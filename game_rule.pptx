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3" r:id="rId6"/>
    <p:sldId id="264" r:id="rId7"/>
    <p:sldId id="265" r:id="rId8"/>
    <p:sldId id="266" r:id="rId9"/>
    <p:sldId id="260" r:id="rId10"/>
    <p:sldId id="261" r:id="rId11"/>
    <p:sldId id="262" r:id="rId12"/>
    <p:sldId id="267" r:id="rId13"/>
    <p:sldId id="268" r:id="rId14"/>
  </p:sldIdLst>
  <p:sldSz cx="9906000" cy="6858000" type="A4"/>
  <p:notesSz cx="6858000" cy="9144000"/>
  <p:embeddedFontLst>
    <p:embeddedFont>
      <p:font typeface="方正启功行楷 简" panose="02000500000000000000" pitchFamily="2" charset="-122"/>
      <p:regular r:id="rId16"/>
    </p:embeddedFont>
    <p:embeddedFont>
      <p:font typeface="等线" panose="02010600030101010101" pitchFamily="2" charset="-122"/>
      <p:regular r:id="rId17"/>
      <p:bold r:id="rId18"/>
    </p:embeddedFont>
    <p:embeddedFont>
      <p:font typeface="等线 Light" panose="02010600030101010101" pitchFamily="2" charset="-122"/>
      <p:regular r:id="rId19"/>
    </p:embeddedFont>
    <p:embeddedFont>
      <p:font typeface="方正苏新诗柳楷简体" panose="02000000000000000000" pitchFamily="2" charset="-122"/>
      <p:regular r:id="rId20"/>
    </p:embeddedFont>
    <p:embeddedFont>
      <p:font typeface="华文新魏" panose="02010800040101010101" pitchFamily="2" charset="-122"/>
      <p:regular r:id="rId21"/>
    </p:embeddedFont>
    <p:embeddedFont>
      <p:font typeface="隶书" panose="02010509060101010101" pitchFamily="49" charset="-122"/>
      <p:regular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  <a:srgbClr val="BB9E43"/>
    <a:srgbClr val="4F86D0"/>
    <a:srgbClr val="5FBF7F"/>
    <a:srgbClr val="E67662"/>
    <a:srgbClr val="C7B299"/>
    <a:srgbClr val="000000"/>
    <a:srgbClr val="780077"/>
    <a:srgbClr val="1E5078"/>
    <a:srgbClr val="AD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E11B8-8960-4D7B-99BC-EFD1368FFB46}" v="631" dt="2026-02-27T05:14:22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46" autoAdjust="0"/>
  </p:normalViewPr>
  <p:slideViewPr>
    <p:cSldViewPr snapToGrid="0">
      <p:cViewPr varScale="1">
        <p:scale>
          <a:sx n="90" d="100"/>
          <a:sy n="90" d="100"/>
        </p:scale>
        <p:origin x="465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兴铎 邓" userId="ce8efad1cfb2fde1" providerId="LiveId" clId="{EB4AA475-C928-44A5-965E-B325C52DC827}"/>
    <pc:docChg chg="undo redo custSel addSld modSld sldOrd modMainMaster">
      <pc:chgData name="兴铎 邓" userId="ce8efad1cfb2fde1" providerId="LiveId" clId="{EB4AA475-C928-44A5-965E-B325C52DC827}" dt="2026-02-27T05:19:46.486" v="4657" actId="2711"/>
      <pc:docMkLst>
        <pc:docMk/>
      </pc:docMkLst>
      <pc:sldChg chg="addSp delSp modSp new mod setBg">
        <pc:chgData name="兴铎 邓" userId="ce8efad1cfb2fde1" providerId="LiveId" clId="{EB4AA475-C928-44A5-965E-B325C52DC827}" dt="2026-02-26T07:00:19.659" v="2077" actId="1076"/>
        <pc:sldMkLst>
          <pc:docMk/>
          <pc:sldMk cId="783297134" sldId="256"/>
        </pc:sldMkLst>
        <pc:spChg chg="add mod">
          <ac:chgData name="兴铎 邓" userId="ce8efad1cfb2fde1" providerId="LiveId" clId="{EB4AA475-C928-44A5-965E-B325C52DC827}" dt="2026-02-26T06:56:59.896" v="2010" actId="1076"/>
          <ac:spMkLst>
            <pc:docMk/>
            <pc:sldMk cId="783297134" sldId="256"/>
            <ac:spMk id="4" creationId="{9628C077-7B37-3298-D8D0-971223A7D96D}"/>
          </ac:spMkLst>
        </pc:spChg>
        <pc:spChg chg="add mod">
          <ac:chgData name="兴铎 邓" userId="ce8efad1cfb2fde1" providerId="LiveId" clId="{EB4AA475-C928-44A5-965E-B325C52DC827}" dt="2026-02-26T06:58:07.331" v="2054" actId="164"/>
          <ac:spMkLst>
            <pc:docMk/>
            <pc:sldMk cId="783297134" sldId="256"/>
            <ac:spMk id="13" creationId="{A25BE015-C6A3-7503-E523-EC2FB3520E1C}"/>
          </ac:spMkLst>
        </pc:spChg>
        <pc:spChg chg="add mod topLvl">
          <ac:chgData name="兴铎 邓" userId="ce8efad1cfb2fde1" providerId="LiveId" clId="{EB4AA475-C928-44A5-965E-B325C52DC827}" dt="2026-02-26T06:58:07.331" v="2054" actId="164"/>
          <ac:spMkLst>
            <pc:docMk/>
            <pc:sldMk cId="783297134" sldId="256"/>
            <ac:spMk id="14" creationId="{C79C02AB-31AA-2935-32D3-8E029D9864B1}"/>
          </ac:spMkLst>
        </pc:spChg>
        <pc:spChg chg="add mod topLvl">
          <ac:chgData name="兴铎 邓" userId="ce8efad1cfb2fde1" providerId="LiveId" clId="{EB4AA475-C928-44A5-965E-B325C52DC827}" dt="2026-02-26T06:58:38.350" v="2060" actId="1076"/>
          <ac:spMkLst>
            <pc:docMk/>
            <pc:sldMk cId="783297134" sldId="256"/>
            <ac:spMk id="15" creationId="{2C047C24-9A7A-230E-05AD-725A7F98BC9B}"/>
          </ac:spMkLst>
        </pc:spChg>
        <pc:spChg chg="add mod topLvl">
          <ac:chgData name="兴铎 邓" userId="ce8efad1cfb2fde1" providerId="LiveId" clId="{EB4AA475-C928-44A5-965E-B325C52DC827}" dt="2026-02-26T06:58:44.832" v="2061" actId="1076"/>
          <ac:spMkLst>
            <pc:docMk/>
            <pc:sldMk cId="783297134" sldId="256"/>
            <ac:spMk id="16" creationId="{FCBE68A1-52FD-FCE6-9C07-F55C7E087E81}"/>
          </ac:spMkLst>
        </pc:spChg>
        <pc:spChg chg="add mod">
          <ac:chgData name="兴铎 邓" userId="ce8efad1cfb2fde1" providerId="LiveId" clId="{EB4AA475-C928-44A5-965E-B325C52DC827}" dt="2026-02-26T06:57:21.826" v="2015" actId="165"/>
          <ac:spMkLst>
            <pc:docMk/>
            <pc:sldMk cId="783297134" sldId="256"/>
            <ac:spMk id="17" creationId="{6E808E47-D842-E611-046A-3B4D20B10B6C}"/>
          </ac:spMkLst>
        </pc:spChg>
        <pc:spChg chg="add mod">
          <ac:chgData name="兴铎 邓" userId="ce8efad1cfb2fde1" providerId="LiveId" clId="{EB4AA475-C928-44A5-965E-B325C52DC827}" dt="2026-02-26T06:59:45.962" v="2070" actId="12789"/>
          <ac:spMkLst>
            <pc:docMk/>
            <pc:sldMk cId="783297134" sldId="256"/>
            <ac:spMk id="18" creationId="{D9262EC5-3AAC-2F1C-D91E-0DC2396C59F6}"/>
          </ac:spMkLst>
        </pc:spChg>
        <pc:spChg chg="add mod">
          <ac:chgData name="兴铎 邓" userId="ce8efad1cfb2fde1" providerId="LiveId" clId="{EB4AA475-C928-44A5-965E-B325C52DC827}" dt="2026-02-26T06:57:21.826" v="2015" actId="165"/>
          <ac:spMkLst>
            <pc:docMk/>
            <pc:sldMk cId="783297134" sldId="256"/>
            <ac:spMk id="19" creationId="{A4E143EB-993C-A5B0-E6D9-965E0B40CD04}"/>
          </ac:spMkLst>
        </pc:spChg>
        <pc:spChg chg="add mod">
          <ac:chgData name="兴铎 邓" userId="ce8efad1cfb2fde1" providerId="LiveId" clId="{EB4AA475-C928-44A5-965E-B325C52DC827}" dt="2026-02-26T06:57:21.826" v="2015" actId="165"/>
          <ac:spMkLst>
            <pc:docMk/>
            <pc:sldMk cId="783297134" sldId="256"/>
            <ac:spMk id="20" creationId="{8FF9A703-4643-39A0-7DA4-B39A737FD819}"/>
          </ac:spMkLst>
        </pc:spChg>
        <pc:spChg chg="add mod">
          <ac:chgData name="兴铎 邓" userId="ce8efad1cfb2fde1" providerId="LiveId" clId="{EB4AA475-C928-44A5-965E-B325C52DC827}" dt="2026-02-26T06:59:31.922" v="2067" actId="1076"/>
          <ac:spMkLst>
            <pc:docMk/>
            <pc:sldMk cId="783297134" sldId="256"/>
            <ac:spMk id="21" creationId="{FBED0C44-1C91-5804-E37B-3A6D9503A0B4}"/>
          </ac:spMkLst>
        </pc:spChg>
        <pc:spChg chg="add mod">
          <ac:chgData name="兴铎 邓" userId="ce8efad1cfb2fde1" providerId="LiveId" clId="{EB4AA475-C928-44A5-965E-B325C52DC827}" dt="2026-02-26T07:00:03.564" v="2074" actId="1076"/>
          <ac:spMkLst>
            <pc:docMk/>
            <pc:sldMk cId="783297134" sldId="256"/>
            <ac:spMk id="22" creationId="{F9873D65-C79A-8635-352E-11D384FA5014}"/>
          </ac:spMkLst>
        </pc:spChg>
        <pc:spChg chg="add mod">
          <ac:chgData name="兴铎 邓" userId="ce8efad1cfb2fde1" providerId="LiveId" clId="{EB4AA475-C928-44A5-965E-B325C52DC827}" dt="2026-02-26T07:00:11.098" v="2075" actId="1076"/>
          <ac:spMkLst>
            <pc:docMk/>
            <pc:sldMk cId="783297134" sldId="256"/>
            <ac:spMk id="23" creationId="{E70663BE-90AD-431E-3AAD-68B54884FE62}"/>
          </ac:spMkLst>
        </pc:spChg>
        <pc:spChg chg="add mod">
          <ac:chgData name="兴铎 邓" userId="ce8efad1cfb2fde1" providerId="LiveId" clId="{EB4AA475-C928-44A5-965E-B325C52DC827}" dt="2026-02-26T07:00:14.081" v="2076" actId="1076"/>
          <ac:spMkLst>
            <pc:docMk/>
            <pc:sldMk cId="783297134" sldId="256"/>
            <ac:spMk id="24" creationId="{FA6CEB0E-50DB-192B-128D-1E3EC0E1A1AF}"/>
          </ac:spMkLst>
        </pc:spChg>
        <pc:grpChg chg="add mod">
          <ac:chgData name="兴铎 邓" userId="ce8efad1cfb2fde1" providerId="LiveId" clId="{EB4AA475-C928-44A5-965E-B325C52DC827}" dt="2026-02-26T06:58:29.347" v="2059" actId="1076"/>
          <ac:grpSpMkLst>
            <pc:docMk/>
            <pc:sldMk cId="783297134" sldId="256"/>
            <ac:grpSpMk id="2" creationId="{229428AA-D1B1-F145-EDB7-B52207032410}"/>
          </ac:grpSpMkLst>
        </pc:grpChg>
        <pc:grpChg chg="add mod">
          <ac:chgData name="兴铎 邓" userId="ce8efad1cfb2fde1" providerId="LiveId" clId="{EB4AA475-C928-44A5-965E-B325C52DC827}" dt="2026-02-26T06:58:29.347" v="2059" actId="1076"/>
          <ac:grpSpMkLst>
            <pc:docMk/>
            <pc:sldMk cId="783297134" sldId="256"/>
            <ac:grpSpMk id="12" creationId="{D521C6B1-69B5-2496-D6BA-08BE8A59CFE5}"/>
          </ac:grpSpMkLst>
        </pc:grpChg>
        <pc:grpChg chg="add mod">
          <ac:chgData name="兴铎 邓" userId="ce8efad1cfb2fde1" providerId="LiveId" clId="{EB4AA475-C928-44A5-965E-B325C52DC827}" dt="2026-02-26T07:00:19.659" v="2077" actId="1076"/>
          <ac:grpSpMkLst>
            <pc:docMk/>
            <pc:sldMk cId="783297134" sldId="256"/>
            <ac:grpSpMk id="25" creationId="{CB918B72-420A-41AA-3347-B1BF62FA2318}"/>
          </ac:grpSpMkLst>
        </pc:grpChg>
        <pc:picChg chg="add del mod">
          <ac:chgData name="兴铎 邓" userId="ce8efad1cfb2fde1" providerId="LiveId" clId="{EB4AA475-C928-44A5-965E-B325C52DC827}" dt="2026-02-26T06:58:29.347" v="2059" actId="1076"/>
          <ac:picMkLst>
            <pc:docMk/>
            <pc:sldMk cId="783297134" sldId="256"/>
            <ac:picMk id="8" creationId="{DA5A2EF6-0874-17F1-8F88-A5A17ACB5CDC}"/>
          </ac:picMkLst>
        </pc:picChg>
        <pc:cxnChg chg="add mod">
          <ac:chgData name="兴铎 邓" userId="ce8efad1cfb2fde1" providerId="LiveId" clId="{EB4AA475-C928-44A5-965E-B325C52DC827}" dt="2026-02-26T06:57:02.623" v="2011" actId="1076"/>
          <ac:cxnSpMkLst>
            <pc:docMk/>
            <pc:sldMk cId="783297134" sldId="256"/>
            <ac:cxnSpMk id="6" creationId="{7BD822B0-73C8-CAA1-2A83-B691D004B6B4}"/>
          </ac:cxnSpMkLst>
        </pc:cxnChg>
        <pc:cxnChg chg="add mod">
          <ac:chgData name="兴铎 邓" userId="ce8efad1cfb2fde1" providerId="LiveId" clId="{EB4AA475-C928-44A5-965E-B325C52DC827}" dt="2026-02-25T09:37:55.993" v="138" actId="164"/>
          <ac:cxnSpMkLst>
            <pc:docMk/>
            <pc:sldMk cId="783297134" sldId="256"/>
            <ac:cxnSpMk id="10" creationId="{EE7D56F6-2A83-08D9-1A26-B2B03D756CF3}"/>
          </ac:cxnSpMkLst>
        </pc:cxnChg>
        <pc:cxnChg chg="add mod">
          <ac:chgData name="兴铎 邓" userId="ce8efad1cfb2fde1" providerId="LiveId" clId="{EB4AA475-C928-44A5-965E-B325C52DC827}" dt="2026-02-25T09:37:55.993" v="138" actId="164"/>
          <ac:cxnSpMkLst>
            <pc:docMk/>
            <pc:sldMk cId="783297134" sldId="256"/>
            <ac:cxnSpMk id="11" creationId="{13318E7C-A6E7-9386-1334-97259A021957}"/>
          </ac:cxnSpMkLst>
        </pc:cxnChg>
      </pc:sldChg>
      <pc:sldChg chg="addSp delSp modSp new mod">
        <pc:chgData name="兴铎 邓" userId="ce8efad1cfb2fde1" providerId="LiveId" clId="{EB4AA475-C928-44A5-965E-B325C52DC827}" dt="2026-02-26T07:19:21.249" v="2344" actId="14838"/>
        <pc:sldMkLst>
          <pc:docMk/>
          <pc:sldMk cId="3297523271" sldId="257"/>
        </pc:sldMkLst>
        <pc:spChg chg="add mod">
          <ac:chgData name="兴铎 邓" userId="ce8efad1cfb2fde1" providerId="LiveId" clId="{EB4AA475-C928-44A5-965E-B325C52DC827}" dt="2026-02-26T07:13:53.371" v="2201" actId="1076"/>
          <ac:spMkLst>
            <pc:docMk/>
            <pc:sldMk cId="3297523271" sldId="257"/>
            <ac:spMk id="4" creationId="{EB6CDA20-C79D-52CB-ECFB-DE2C2247E380}"/>
          </ac:spMkLst>
        </pc:spChg>
        <pc:spChg chg="add mod">
          <ac:chgData name="兴铎 邓" userId="ce8efad1cfb2fde1" providerId="LiveId" clId="{EB4AA475-C928-44A5-965E-B325C52DC827}" dt="2026-02-25T13:46:56.317" v="1455" actId="207"/>
          <ac:spMkLst>
            <pc:docMk/>
            <pc:sldMk cId="3297523271" sldId="257"/>
            <ac:spMk id="6" creationId="{49D85CE9-457F-39C2-2517-4964CEA5E7E1}"/>
          </ac:spMkLst>
        </pc:spChg>
        <pc:spChg chg="add mod">
          <ac:chgData name="兴铎 邓" userId="ce8efad1cfb2fde1" providerId="LiveId" clId="{EB4AA475-C928-44A5-965E-B325C52DC827}" dt="2026-02-25T13:36:34.803" v="1174" actId="164"/>
          <ac:spMkLst>
            <pc:docMk/>
            <pc:sldMk cId="3297523271" sldId="257"/>
            <ac:spMk id="7" creationId="{63241E8D-A009-EDDF-C134-8A7A0F4A40A7}"/>
          </ac:spMkLst>
        </pc:spChg>
        <pc:spChg chg="add mod">
          <ac:chgData name="兴铎 邓" userId="ce8efad1cfb2fde1" providerId="LiveId" clId="{EB4AA475-C928-44A5-965E-B325C52DC827}" dt="2026-02-26T07:18:39.428" v="2337" actId="113"/>
          <ac:spMkLst>
            <pc:docMk/>
            <pc:sldMk cId="3297523271" sldId="257"/>
            <ac:spMk id="8" creationId="{DCD0D7A0-25D1-F160-9643-D3E456C162C5}"/>
          </ac:spMkLst>
        </pc:spChg>
        <pc:spChg chg="add mod">
          <ac:chgData name="兴铎 邓" userId="ce8efad1cfb2fde1" providerId="LiveId" clId="{EB4AA475-C928-44A5-965E-B325C52DC827}" dt="2026-02-25T13:36:34.803" v="1174" actId="164"/>
          <ac:spMkLst>
            <pc:docMk/>
            <pc:sldMk cId="3297523271" sldId="257"/>
            <ac:spMk id="9" creationId="{C4CB09EC-BC45-31CB-0A1A-2B0D0A519435}"/>
          </ac:spMkLst>
        </pc:spChg>
        <pc:spChg chg="add mod">
          <ac:chgData name="兴铎 邓" userId="ce8efad1cfb2fde1" providerId="LiveId" clId="{EB4AA475-C928-44A5-965E-B325C52DC827}" dt="2026-02-25T13:36:34.803" v="1174" actId="164"/>
          <ac:spMkLst>
            <pc:docMk/>
            <pc:sldMk cId="3297523271" sldId="257"/>
            <ac:spMk id="10" creationId="{5052C12C-DA59-7549-5310-35989253EF1F}"/>
          </ac:spMkLst>
        </pc:spChg>
        <pc:spChg chg="add mod">
          <ac:chgData name="兴铎 邓" userId="ce8efad1cfb2fde1" providerId="LiveId" clId="{EB4AA475-C928-44A5-965E-B325C52DC827}" dt="2026-02-26T07:18:51.534" v="2340" actId="113"/>
          <ac:spMkLst>
            <pc:docMk/>
            <pc:sldMk cId="3297523271" sldId="257"/>
            <ac:spMk id="11" creationId="{C9CE8DC9-AE24-6CAD-D33C-AAD416C04424}"/>
          </ac:spMkLst>
        </pc:spChg>
        <pc:spChg chg="add mod">
          <ac:chgData name="兴铎 邓" userId="ce8efad1cfb2fde1" providerId="LiveId" clId="{EB4AA475-C928-44A5-965E-B325C52DC827}" dt="2026-02-25T13:36:34.803" v="1174" actId="164"/>
          <ac:spMkLst>
            <pc:docMk/>
            <pc:sldMk cId="3297523271" sldId="257"/>
            <ac:spMk id="12" creationId="{177A3E2C-50B5-C6F1-19AA-20A432403F7B}"/>
          </ac:spMkLst>
        </pc:spChg>
        <pc:spChg chg="mod topLvl">
          <ac:chgData name="兴铎 邓" userId="ce8efad1cfb2fde1" providerId="LiveId" clId="{EB4AA475-C928-44A5-965E-B325C52DC827}" dt="2026-02-25T13:47:00.892" v="1456" actId="207"/>
          <ac:spMkLst>
            <pc:docMk/>
            <pc:sldMk cId="3297523271" sldId="257"/>
            <ac:spMk id="15" creationId="{B08C5825-B1A6-861F-D38A-ACF6445CB3ED}"/>
          </ac:spMkLst>
        </pc:spChg>
        <pc:spChg chg="mod topLvl">
          <ac:chgData name="兴铎 邓" userId="ce8efad1cfb2fde1" providerId="LiveId" clId="{EB4AA475-C928-44A5-965E-B325C52DC827}" dt="2026-02-25T13:42:39.156" v="1376" actId="164"/>
          <ac:spMkLst>
            <pc:docMk/>
            <pc:sldMk cId="3297523271" sldId="257"/>
            <ac:spMk id="16" creationId="{54990AA3-14A5-7EF7-AD72-A146C37FBC7C}"/>
          </ac:spMkLst>
        </pc:spChg>
        <pc:spChg chg="mod topLvl">
          <ac:chgData name="兴铎 邓" userId="ce8efad1cfb2fde1" providerId="LiveId" clId="{EB4AA475-C928-44A5-965E-B325C52DC827}" dt="2026-02-25T13:42:39.156" v="1376" actId="164"/>
          <ac:spMkLst>
            <pc:docMk/>
            <pc:sldMk cId="3297523271" sldId="257"/>
            <ac:spMk id="17" creationId="{B02C8165-A36F-A568-62B2-EC5B44EFBF0C}"/>
          </ac:spMkLst>
        </pc:spChg>
        <pc:spChg chg="mod topLvl">
          <ac:chgData name="兴铎 邓" userId="ce8efad1cfb2fde1" providerId="LiveId" clId="{EB4AA475-C928-44A5-965E-B325C52DC827}" dt="2026-02-25T13:42:39.156" v="1376" actId="164"/>
          <ac:spMkLst>
            <pc:docMk/>
            <pc:sldMk cId="3297523271" sldId="257"/>
            <ac:spMk id="18" creationId="{0EA26A7A-78E7-6282-31DE-DFE079C99C56}"/>
          </ac:spMkLst>
        </pc:spChg>
        <pc:spChg chg="mod topLvl">
          <ac:chgData name="兴铎 邓" userId="ce8efad1cfb2fde1" providerId="LiveId" clId="{EB4AA475-C928-44A5-965E-B325C52DC827}" dt="2026-02-25T13:42:39.156" v="1376" actId="164"/>
          <ac:spMkLst>
            <pc:docMk/>
            <pc:sldMk cId="3297523271" sldId="257"/>
            <ac:spMk id="19" creationId="{57BCDB82-0C46-7B50-4B9C-8680B080C341}"/>
          </ac:spMkLst>
        </pc:spChg>
        <pc:spChg chg="mod topLvl">
          <ac:chgData name="兴铎 邓" userId="ce8efad1cfb2fde1" providerId="LiveId" clId="{EB4AA475-C928-44A5-965E-B325C52DC827}" dt="2026-02-25T13:42:39.156" v="1376" actId="164"/>
          <ac:spMkLst>
            <pc:docMk/>
            <pc:sldMk cId="3297523271" sldId="257"/>
            <ac:spMk id="20" creationId="{186182AD-454F-4AFE-2566-18C430F93FF8}"/>
          </ac:spMkLst>
        </pc:spChg>
        <pc:spChg chg="mod topLvl">
          <ac:chgData name="兴铎 邓" userId="ce8efad1cfb2fde1" providerId="LiveId" clId="{EB4AA475-C928-44A5-965E-B325C52DC827}" dt="2026-02-25T13:42:39.156" v="1376" actId="164"/>
          <ac:spMkLst>
            <pc:docMk/>
            <pc:sldMk cId="3297523271" sldId="257"/>
            <ac:spMk id="21" creationId="{E796FB05-E08A-96AF-81DB-C526B7AB4AB4}"/>
          </ac:spMkLst>
        </pc:spChg>
        <pc:spChg chg="add mod">
          <ac:chgData name="兴铎 邓" userId="ce8efad1cfb2fde1" providerId="LiveId" clId="{EB4AA475-C928-44A5-965E-B325C52DC827}" dt="2026-02-25T13:39:42.061" v="1257"/>
          <ac:spMkLst>
            <pc:docMk/>
            <pc:sldMk cId="3297523271" sldId="257"/>
            <ac:spMk id="22" creationId="{CC633F9F-015C-5102-C3F9-A6FC0CBBA5AF}"/>
          </ac:spMkLst>
        </pc:spChg>
        <pc:spChg chg="add mod">
          <ac:chgData name="兴铎 邓" userId="ce8efad1cfb2fde1" providerId="LiveId" clId="{EB4AA475-C928-44A5-965E-B325C52DC827}" dt="2026-02-25T13:42:39.156" v="1376" actId="164"/>
          <ac:spMkLst>
            <pc:docMk/>
            <pc:sldMk cId="3297523271" sldId="257"/>
            <ac:spMk id="23" creationId="{AC8438E7-68EB-CFE7-DF3E-FB70E335E58C}"/>
          </ac:spMkLst>
        </pc:spChg>
        <pc:spChg chg="add mod">
          <ac:chgData name="兴铎 邓" userId="ce8efad1cfb2fde1" providerId="LiveId" clId="{EB4AA475-C928-44A5-965E-B325C52DC827}" dt="2026-02-26T07:18:42.245" v="2338" actId="113"/>
          <ac:spMkLst>
            <pc:docMk/>
            <pc:sldMk cId="3297523271" sldId="257"/>
            <ac:spMk id="24" creationId="{ADDFEC4B-CABD-0C07-702D-A8021D8AC839}"/>
          </ac:spMkLst>
        </pc:spChg>
        <pc:spChg chg="add mod">
          <ac:chgData name="兴铎 邓" userId="ce8efad1cfb2fde1" providerId="LiveId" clId="{EB4AA475-C928-44A5-965E-B325C52DC827}" dt="2026-02-25T13:41:23.474" v="1319" actId="1076"/>
          <ac:spMkLst>
            <pc:docMk/>
            <pc:sldMk cId="3297523271" sldId="257"/>
            <ac:spMk id="25" creationId="{45C45963-7B9D-2E66-09B3-CCE33049553F}"/>
          </ac:spMkLst>
        </pc:spChg>
        <pc:spChg chg="add mod">
          <ac:chgData name="兴铎 邓" userId="ce8efad1cfb2fde1" providerId="LiveId" clId="{EB4AA475-C928-44A5-965E-B325C52DC827}" dt="2026-02-26T07:18:54.467" v="2341" actId="113"/>
          <ac:spMkLst>
            <pc:docMk/>
            <pc:sldMk cId="3297523271" sldId="257"/>
            <ac:spMk id="26" creationId="{128F5FDA-235E-9AAB-F2EC-5B8090A5CE18}"/>
          </ac:spMkLst>
        </pc:spChg>
        <pc:spChg chg="add mod">
          <ac:chgData name="兴铎 邓" userId="ce8efad1cfb2fde1" providerId="LiveId" clId="{EB4AA475-C928-44A5-965E-B325C52DC827}" dt="2026-02-25T13:42:39.156" v="1376" actId="164"/>
          <ac:spMkLst>
            <pc:docMk/>
            <pc:sldMk cId="3297523271" sldId="257"/>
            <ac:spMk id="27" creationId="{F275D169-2A87-69F9-CDCA-51F9FD405EBF}"/>
          </ac:spMkLst>
        </pc:spChg>
        <pc:spChg chg="mod">
          <ac:chgData name="兴铎 邓" userId="ce8efad1cfb2fde1" providerId="LiveId" clId="{EB4AA475-C928-44A5-965E-B325C52DC827}" dt="2026-02-25T13:47:03.714" v="1457" actId="207"/>
          <ac:spMkLst>
            <pc:docMk/>
            <pc:sldMk cId="3297523271" sldId="257"/>
            <ac:spMk id="30" creationId="{43532AA7-07F8-DA24-A098-20DBA7B24FE4}"/>
          </ac:spMkLst>
        </pc:spChg>
        <pc:spChg chg="mod">
          <ac:chgData name="兴铎 邓" userId="ce8efad1cfb2fde1" providerId="LiveId" clId="{EB4AA475-C928-44A5-965E-B325C52DC827}" dt="2026-02-25T13:43:53.937" v="1411"/>
          <ac:spMkLst>
            <pc:docMk/>
            <pc:sldMk cId="3297523271" sldId="257"/>
            <ac:spMk id="31" creationId="{FC7A2A54-67B7-BB77-6F7B-F0F84C544486}"/>
          </ac:spMkLst>
        </pc:spChg>
        <pc:spChg chg="mod">
          <ac:chgData name="兴铎 邓" userId="ce8efad1cfb2fde1" providerId="LiveId" clId="{EB4AA475-C928-44A5-965E-B325C52DC827}" dt="2026-02-26T07:18:44.484" v="2339" actId="113"/>
          <ac:spMkLst>
            <pc:docMk/>
            <pc:sldMk cId="3297523271" sldId="257"/>
            <ac:spMk id="32" creationId="{C257DA43-0BE5-B9C9-66E6-6E3DF6142799}"/>
          </ac:spMkLst>
        </pc:spChg>
        <pc:spChg chg="mod">
          <ac:chgData name="兴铎 邓" userId="ce8efad1cfb2fde1" providerId="LiveId" clId="{EB4AA475-C928-44A5-965E-B325C52DC827}" dt="2026-02-25T13:43:57.990" v="1434"/>
          <ac:spMkLst>
            <pc:docMk/>
            <pc:sldMk cId="3297523271" sldId="257"/>
            <ac:spMk id="33" creationId="{CD959281-9E29-16C2-C208-D6DF604314FD}"/>
          </ac:spMkLst>
        </pc:spChg>
        <pc:spChg chg="mod">
          <ac:chgData name="兴铎 邓" userId="ce8efad1cfb2fde1" providerId="LiveId" clId="{EB4AA475-C928-44A5-965E-B325C52DC827}" dt="2026-02-25T13:44:39.828" v="1453" actId="207"/>
          <ac:spMkLst>
            <pc:docMk/>
            <pc:sldMk cId="3297523271" sldId="257"/>
            <ac:spMk id="34" creationId="{D8C646B3-4D44-54D7-B107-474771CDACB8}"/>
          </ac:spMkLst>
        </pc:spChg>
        <pc:spChg chg="mod">
          <ac:chgData name="兴铎 邓" userId="ce8efad1cfb2fde1" providerId="LiveId" clId="{EB4AA475-C928-44A5-965E-B325C52DC827}" dt="2026-02-26T07:18:58.391" v="2342" actId="113"/>
          <ac:spMkLst>
            <pc:docMk/>
            <pc:sldMk cId="3297523271" sldId="257"/>
            <ac:spMk id="35" creationId="{626CEFF6-0354-3797-2D37-354014D4E2C1}"/>
          </ac:spMkLst>
        </pc:spChg>
        <pc:spChg chg="mod">
          <ac:chgData name="兴铎 邓" userId="ce8efad1cfb2fde1" providerId="LiveId" clId="{EB4AA475-C928-44A5-965E-B325C52DC827}" dt="2026-02-25T13:44:19.688" v="1451" actId="947"/>
          <ac:spMkLst>
            <pc:docMk/>
            <pc:sldMk cId="3297523271" sldId="257"/>
            <ac:spMk id="36" creationId="{71956D84-DBAB-367B-E9AA-A9FFF1D06AD9}"/>
          </ac:spMkLst>
        </pc:spChg>
        <pc:spChg chg="add mod">
          <ac:chgData name="兴铎 邓" userId="ce8efad1cfb2fde1" providerId="LiveId" clId="{EB4AA475-C928-44A5-965E-B325C52DC827}" dt="2026-02-26T07:18:32.783" v="2336" actId="113"/>
          <ac:spMkLst>
            <pc:docMk/>
            <pc:sldMk cId="3297523271" sldId="257"/>
            <ac:spMk id="37" creationId="{647FF711-FB28-404D-1248-ECDBDAB2895A}"/>
          </ac:spMkLst>
        </pc:spChg>
        <pc:spChg chg="add mod">
          <ac:chgData name="兴铎 邓" userId="ce8efad1cfb2fde1" providerId="LiveId" clId="{EB4AA475-C928-44A5-965E-B325C52DC827}" dt="2026-02-26T07:19:18.054" v="2343" actId="14838"/>
          <ac:spMkLst>
            <pc:docMk/>
            <pc:sldMk cId="3297523271" sldId="257"/>
            <ac:spMk id="49" creationId="{3934DE6F-A046-F45B-B98B-0C6F6C739DC0}"/>
          </ac:spMkLst>
        </pc:spChg>
        <pc:spChg chg="mod">
          <ac:chgData name="兴铎 邓" userId="ce8efad1cfb2fde1" providerId="LiveId" clId="{EB4AA475-C928-44A5-965E-B325C52DC827}" dt="2026-02-26T07:19:21.249" v="2344" actId="14838"/>
          <ac:spMkLst>
            <pc:docMk/>
            <pc:sldMk cId="3297523271" sldId="257"/>
            <ac:spMk id="54" creationId="{C953CE2A-C892-0F8B-686F-22BC01E84ED8}"/>
          </ac:spMkLst>
        </pc:spChg>
        <pc:spChg chg="add mod">
          <ac:chgData name="兴铎 邓" userId="ce8efad1cfb2fde1" providerId="LiveId" clId="{EB4AA475-C928-44A5-965E-B325C52DC827}" dt="2026-02-26T07:17:57.096" v="2329" actId="1076"/>
          <ac:spMkLst>
            <pc:docMk/>
            <pc:sldMk cId="3297523271" sldId="257"/>
            <ac:spMk id="59" creationId="{BBB61A83-3E6D-1E85-501A-F43A439384B1}"/>
          </ac:spMkLst>
        </pc:spChg>
        <pc:grpChg chg="add mod">
          <ac:chgData name="兴铎 邓" userId="ce8efad1cfb2fde1" providerId="LiveId" clId="{EB4AA475-C928-44A5-965E-B325C52DC827}" dt="2026-02-26T07:13:32.764" v="2198" actId="12789"/>
          <ac:grpSpMkLst>
            <pc:docMk/>
            <pc:sldMk cId="3297523271" sldId="257"/>
            <ac:grpSpMk id="2" creationId="{B9AC8D39-B6B6-E235-6B70-8FDB47C86F47}"/>
          </ac:grpSpMkLst>
        </pc:grpChg>
        <pc:grpChg chg="add mod">
          <ac:chgData name="兴铎 邓" userId="ce8efad1cfb2fde1" providerId="LiveId" clId="{EB4AA475-C928-44A5-965E-B325C52DC827}" dt="2026-02-26T07:08:33.783" v="2106" actId="164"/>
          <ac:grpSpMkLst>
            <pc:docMk/>
            <pc:sldMk cId="3297523271" sldId="257"/>
            <ac:grpSpMk id="13" creationId="{B19F373B-FB6C-ABB4-1611-7A504B324057}"/>
          </ac:grpSpMkLst>
        </pc:grpChg>
        <pc:grpChg chg="mod">
          <ac:chgData name="兴铎 邓" userId="ce8efad1cfb2fde1" providerId="LiveId" clId="{EB4AA475-C928-44A5-965E-B325C52DC827}" dt="2026-02-26T07:08:33.783" v="2106" actId="164"/>
          <ac:grpSpMkLst>
            <pc:docMk/>
            <pc:sldMk cId="3297523271" sldId="257"/>
            <ac:grpSpMk id="28" creationId="{382A9AA3-0D95-6E96-59C1-181EA2DD6B86}"/>
          </ac:grpSpMkLst>
        </pc:grpChg>
        <pc:grpChg chg="add mod">
          <ac:chgData name="兴铎 邓" userId="ce8efad1cfb2fde1" providerId="LiveId" clId="{EB4AA475-C928-44A5-965E-B325C52DC827}" dt="2026-02-26T07:08:33.783" v="2106" actId="164"/>
          <ac:grpSpMkLst>
            <pc:docMk/>
            <pc:sldMk cId="3297523271" sldId="257"/>
            <ac:grpSpMk id="29" creationId="{15D5221B-8903-3B5B-D178-BA7D488B04EF}"/>
          </ac:grpSpMkLst>
        </pc:grpChg>
        <pc:grpChg chg="add del mod">
          <ac:chgData name="兴铎 邓" userId="ce8efad1cfb2fde1" providerId="LiveId" clId="{EB4AA475-C928-44A5-965E-B325C52DC827}" dt="2026-02-26T07:10:45.355" v="2128" actId="165"/>
          <ac:grpSpMkLst>
            <pc:docMk/>
            <pc:sldMk cId="3297523271" sldId="257"/>
            <ac:grpSpMk id="38" creationId="{08761882-9F87-F0A5-E4CC-209689AD6E7E}"/>
          </ac:grpSpMkLst>
        </pc:grpChg>
        <pc:grpChg chg="add del mod">
          <ac:chgData name="兴铎 邓" userId="ce8efad1cfb2fde1" providerId="LiveId" clId="{EB4AA475-C928-44A5-965E-B325C52DC827}" dt="2026-02-26T07:11:09.041" v="2144" actId="478"/>
          <ac:grpSpMkLst>
            <pc:docMk/>
            <pc:sldMk cId="3297523271" sldId="257"/>
            <ac:grpSpMk id="39" creationId="{0A60042C-EB29-93F3-10E7-83626F6ACF61}"/>
          </ac:grpSpMkLst>
        </pc:grpChg>
        <pc:grpChg chg="add mod">
          <ac:chgData name="兴铎 邓" userId="ce8efad1cfb2fde1" providerId="LiveId" clId="{EB4AA475-C928-44A5-965E-B325C52DC827}" dt="2026-02-26T07:12:47.764" v="2188" actId="164"/>
          <ac:grpSpMkLst>
            <pc:docMk/>
            <pc:sldMk cId="3297523271" sldId="257"/>
            <ac:grpSpMk id="45" creationId="{94EE890E-5E7A-B45C-10D6-C78DC9677DCA}"/>
          </ac:grpSpMkLst>
        </pc:grpChg>
        <pc:grpChg chg="add mod">
          <ac:chgData name="兴铎 邓" userId="ce8efad1cfb2fde1" providerId="LiveId" clId="{EB4AA475-C928-44A5-965E-B325C52DC827}" dt="2026-02-26T07:12:47.764" v="2188" actId="164"/>
          <ac:grpSpMkLst>
            <pc:docMk/>
            <pc:sldMk cId="3297523271" sldId="257"/>
            <ac:grpSpMk id="46" creationId="{628C8FBC-9D6B-6ED1-632F-98744DB22BF8}"/>
          </ac:grpSpMkLst>
        </pc:grpChg>
        <pc:grpChg chg="add mod">
          <ac:chgData name="兴铎 邓" userId="ce8efad1cfb2fde1" providerId="LiveId" clId="{EB4AA475-C928-44A5-965E-B325C52DC827}" dt="2026-02-26T07:13:32.764" v="2198" actId="12789"/>
          <ac:grpSpMkLst>
            <pc:docMk/>
            <pc:sldMk cId="3297523271" sldId="257"/>
            <ac:grpSpMk id="50" creationId="{CE508BD0-1098-62F7-F494-8AA70204B924}"/>
          </ac:grpSpMkLst>
        </pc:grpChg>
        <pc:grpChg chg="add mod">
          <ac:chgData name="兴铎 邓" userId="ce8efad1cfb2fde1" providerId="LiveId" clId="{EB4AA475-C928-44A5-965E-B325C52DC827}" dt="2026-02-26T07:14:04.845" v="2203" actId="1076"/>
          <ac:grpSpMkLst>
            <pc:docMk/>
            <pc:sldMk cId="3297523271" sldId="257"/>
            <ac:grpSpMk id="51" creationId="{A319E33A-0441-C628-4F52-DBF0C136F5B9}"/>
          </ac:grpSpMkLst>
        </pc:grpChg>
        <pc:grpChg chg="mod">
          <ac:chgData name="兴铎 邓" userId="ce8efad1cfb2fde1" providerId="LiveId" clId="{EB4AA475-C928-44A5-965E-B325C52DC827}" dt="2026-02-26T07:13:58.317" v="2202"/>
          <ac:grpSpMkLst>
            <pc:docMk/>
            <pc:sldMk cId="3297523271" sldId="257"/>
            <ac:grpSpMk id="52" creationId="{D2D527AF-5DC2-F9BA-34C8-5A19597850D6}"/>
          </ac:grpSpMkLst>
        </pc:grpChg>
        <pc:grpChg chg="mod">
          <ac:chgData name="兴铎 邓" userId="ce8efad1cfb2fde1" providerId="LiveId" clId="{EB4AA475-C928-44A5-965E-B325C52DC827}" dt="2026-02-26T07:13:58.317" v="2202"/>
          <ac:grpSpMkLst>
            <pc:docMk/>
            <pc:sldMk cId="3297523271" sldId="257"/>
            <ac:grpSpMk id="53" creationId="{8B3CD270-24E4-0852-1227-164820A8D999}"/>
          </ac:grpSpMkLst>
        </pc:grpChg>
        <pc:cxnChg chg="add mod topLvl">
          <ac:chgData name="兴铎 邓" userId="ce8efad1cfb2fde1" providerId="LiveId" clId="{EB4AA475-C928-44A5-965E-B325C52DC827}" dt="2026-02-26T07:11:23.638" v="2145" actId="164"/>
          <ac:cxnSpMkLst>
            <pc:docMk/>
            <pc:sldMk cId="3297523271" sldId="257"/>
            <ac:cxnSpMk id="5" creationId="{02275663-8875-BD72-6D1A-DBDE47B79BB4}"/>
          </ac:cxnSpMkLst>
        </pc:cxnChg>
        <pc:cxnChg chg="add del mod topLvl">
          <ac:chgData name="兴铎 邓" userId="ce8efad1cfb2fde1" providerId="LiveId" clId="{EB4AA475-C928-44A5-965E-B325C52DC827}" dt="2026-02-26T07:10:53.468" v="2131" actId="478"/>
          <ac:cxnSpMkLst>
            <pc:docMk/>
            <pc:sldMk cId="3297523271" sldId="257"/>
            <ac:cxnSpMk id="14" creationId="{2F1A0E22-34D9-F0C0-7F05-FEA936954124}"/>
          </ac:cxnSpMkLst>
        </pc:cxnChg>
        <pc:cxnChg chg="mod">
          <ac:chgData name="兴铎 邓" userId="ce8efad1cfb2fde1" providerId="LiveId" clId="{EB4AA475-C928-44A5-965E-B325C52DC827}" dt="2026-02-26T07:09:51.552" v="2120" actId="571"/>
          <ac:cxnSpMkLst>
            <pc:docMk/>
            <pc:sldMk cId="3297523271" sldId="257"/>
            <ac:cxnSpMk id="40" creationId="{C66539E3-46C0-AB75-63DB-A45D9C9FFAAE}"/>
          </ac:cxnSpMkLst>
        </pc:cxnChg>
        <pc:cxnChg chg="mod">
          <ac:chgData name="兴铎 邓" userId="ce8efad1cfb2fde1" providerId="LiveId" clId="{EB4AA475-C928-44A5-965E-B325C52DC827}" dt="2026-02-26T07:09:51.552" v="2120" actId="571"/>
          <ac:cxnSpMkLst>
            <pc:docMk/>
            <pc:sldMk cId="3297523271" sldId="257"/>
            <ac:cxnSpMk id="41" creationId="{F581F1CD-5A6E-194D-52D0-B01E24A6D013}"/>
          </ac:cxnSpMkLst>
        </pc:cxnChg>
        <pc:cxnChg chg="add mod">
          <ac:chgData name="兴铎 邓" userId="ce8efad1cfb2fde1" providerId="LiveId" clId="{EB4AA475-C928-44A5-965E-B325C52DC827}" dt="2026-02-26T07:11:23.638" v="2145" actId="164"/>
          <ac:cxnSpMkLst>
            <pc:docMk/>
            <pc:sldMk cId="3297523271" sldId="257"/>
            <ac:cxnSpMk id="44" creationId="{D8E57B6A-6365-01AB-0FBD-E0F07D060FB9}"/>
          </ac:cxnSpMkLst>
        </pc:cxnChg>
        <pc:cxnChg chg="mod">
          <ac:chgData name="兴铎 邓" userId="ce8efad1cfb2fde1" providerId="LiveId" clId="{EB4AA475-C928-44A5-965E-B325C52DC827}" dt="2026-02-26T07:11:25.055" v="2146" actId="571"/>
          <ac:cxnSpMkLst>
            <pc:docMk/>
            <pc:sldMk cId="3297523271" sldId="257"/>
            <ac:cxnSpMk id="47" creationId="{384F04AF-E23C-6850-5FDE-1073670177E3}"/>
          </ac:cxnSpMkLst>
        </pc:cxnChg>
        <pc:cxnChg chg="mod">
          <ac:chgData name="兴铎 邓" userId="ce8efad1cfb2fde1" providerId="LiveId" clId="{EB4AA475-C928-44A5-965E-B325C52DC827}" dt="2026-02-26T07:11:25.055" v="2146" actId="571"/>
          <ac:cxnSpMkLst>
            <pc:docMk/>
            <pc:sldMk cId="3297523271" sldId="257"/>
            <ac:cxnSpMk id="48" creationId="{332D02CF-1AD0-2C4B-6DB2-5E5BABB85373}"/>
          </ac:cxnSpMkLst>
        </pc:cxnChg>
        <pc:cxnChg chg="mod">
          <ac:chgData name="兴铎 邓" userId="ce8efad1cfb2fde1" providerId="LiveId" clId="{EB4AA475-C928-44A5-965E-B325C52DC827}" dt="2026-02-26T07:13:58.317" v="2202"/>
          <ac:cxnSpMkLst>
            <pc:docMk/>
            <pc:sldMk cId="3297523271" sldId="257"/>
            <ac:cxnSpMk id="55" creationId="{999649B1-52E6-B8A4-7A1D-3127966F5059}"/>
          </ac:cxnSpMkLst>
        </pc:cxnChg>
        <pc:cxnChg chg="mod">
          <ac:chgData name="兴铎 邓" userId="ce8efad1cfb2fde1" providerId="LiveId" clId="{EB4AA475-C928-44A5-965E-B325C52DC827}" dt="2026-02-26T07:13:58.317" v="2202"/>
          <ac:cxnSpMkLst>
            <pc:docMk/>
            <pc:sldMk cId="3297523271" sldId="257"/>
            <ac:cxnSpMk id="56" creationId="{798765AA-9440-405D-A21C-9CD22FE81865}"/>
          </ac:cxnSpMkLst>
        </pc:cxnChg>
        <pc:cxnChg chg="mod">
          <ac:chgData name="兴铎 邓" userId="ce8efad1cfb2fde1" providerId="LiveId" clId="{EB4AA475-C928-44A5-965E-B325C52DC827}" dt="2026-02-26T07:13:58.317" v="2202"/>
          <ac:cxnSpMkLst>
            <pc:docMk/>
            <pc:sldMk cId="3297523271" sldId="257"/>
            <ac:cxnSpMk id="57" creationId="{57F4F974-5625-7D2B-1295-02254BD9B0B6}"/>
          </ac:cxnSpMkLst>
        </pc:cxnChg>
        <pc:cxnChg chg="mod">
          <ac:chgData name="兴铎 邓" userId="ce8efad1cfb2fde1" providerId="LiveId" clId="{EB4AA475-C928-44A5-965E-B325C52DC827}" dt="2026-02-26T07:13:58.317" v="2202"/>
          <ac:cxnSpMkLst>
            <pc:docMk/>
            <pc:sldMk cId="3297523271" sldId="257"/>
            <ac:cxnSpMk id="58" creationId="{39A85DA7-9DDD-56D0-23F5-B0164C40CF72}"/>
          </ac:cxnSpMkLst>
        </pc:cxnChg>
      </pc:sldChg>
      <pc:sldChg chg="addSp delSp modSp new mod ord">
        <pc:chgData name="兴铎 邓" userId="ce8efad1cfb2fde1" providerId="LiveId" clId="{EB4AA475-C928-44A5-965E-B325C52DC827}" dt="2026-02-26T07:17:29.075" v="2280" actId="1076"/>
        <pc:sldMkLst>
          <pc:docMk/>
          <pc:sldMk cId="636894323" sldId="258"/>
        </pc:sldMkLst>
        <pc:spChg chg="add mod">
          <ac:chgData name="兴铎 邓" userId="ce8efad1cfb2fde1" providerId="LiveId" clId="{EB4AA475-C928-44A5-965E-B325C52DC827}" dt="2026-02-26T07:00:42.847" v="2080" actId="1076"/>
          <ac:spMkLst>
            <pc:docMk/>
            <pc:sldMk cId="636894323" sldId="258"/>
            <ac:spMk id="4" creationId="{0EEDD93E-591C-8B3E-6F5C-EBE9165C6AFB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8" creationId="{DF67A86D-9180-01E4-3C4B-60F3BC667A76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9" creationId="{2ABBE15A-6DE0-DC82-D8B6-CC677C93CFCE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10" creationId="{D9248E19-F018-23DA-5F73-05C57EE5F619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11" creationId="{6D9FC353-8A8E-49C5-497A-EDC1A0E68D52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12" creationId="{5C753646-9C29-CC5F-8B2A-6624991C5F2E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13" creationId="{5856685F-9E84-B45C-ACF5-5530522AB1E8}"/>
          </ac:spMkLst>
        </pc:spChg>
        <pc:spChg chg="add mod">
          <ac:chgData name="兴铎 邓" userId="ce8efad1cfb2fde1" providerId="LiveId" clId="{EB4AA475-C928-44A5-965E-B325C52DC827}" dt="2026-02-26T07:17:29.075" v="2280" actId="1076"/>
          <ac:spMkLst>
            <pc:docMk/>
            <pc:sldMk cId="636894323" sldId="258"/>
            <ac:spMk id="16" creationId="{7F3398B6-70F6-3BF7-04A2-65A438591288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18" creationId="{467FB685-2A03-6A69-CE3E-A16D0C839C53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19" creationId="{D294AEFA-F426-8E2B-4DD2-4C73CA42C426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35" creationId="{D0230C0A-9F6D-A956-FC95-556F5BC9A0DD}"/>
          </ac:spMkLst>
        </pc:spChg>
        <pc:spChg chg="add mod topLvl">
          <ac:chgData name="兴铎 邓" userId="ce8efad1cfb2fde1" providerId="LiveId" clId="{EB4AA475-C928-44A5-965E-B325C52DC827}" dt="2026-02-26T06:56:36.400" v="2008" actId="338"/>
          <ac:spMkLst>
            <pc:docMk/>
            <pc:sldMk cId="636894323" sldId="258"/>
            <ac:spMk id="36" creationId="{5D586277-D373-7B31-4F63-2A92EF3DB1E3}"/>
          </ac:spMkLst>
        </pc:spChg>
        <pc:grpChg chg="add mod">
          <ac:chgData name="兴铎 邓" userId="ce8efad1cfb2fde1" providerId="LiveId" clId="{EB4AA475-C928-44A5-965E-B325C52DC827}" dt="2026-02-26T06:55:12.611" v="1970" actId="164"/>
          <ac:grpSpMkLst>
            <pc:docMk/>
            <pc:sldMk cId="636894323" sldId="258"/>
            <ac:grpSpMk id="2" creationId="{D152B384-CD6C-776C-1D81-C374FA2F18F7}"/>
          </ac:grpSpMkLst>
        </pc:grpChg>
        <pc:grpChg chg="add mod">
          <ac:chgData name="兴铎 邓" userId="ce8efad1cfb2fde1" providerId="LiveId" clId="{EB4AA475-C928-44A5-965E-B325C52DC827}" dt="2026-02-26T06:55:11.515" v="1969" actId="164"/>
          <ac:grpSpMkLst>
            <pc:docMk/>
            <pc:sldMk cId="636894323" sldId="258"/>
            <ac:grpSpMk id="3" creationId="{5CE2D284-E386-77E2-2A43-6C5827FF2558}"/>
          </ac:grpSpMkLst>
        </pc:grpChg>
        <pc:grpChg chg="add mod">
          <ac:chgData name="兴铎 邓" userId="ce8efad1cfb2fde1" providerId="LiveId" clId="{EB4AA475-C928-44A5-965E-B325C52DC827}" dt="2026-02-26T06:56:14.086" v="2003" actId="1076"/>
          <ac:grpSpMkLst>
            <pc:docMk/>
            <pc:sldMk cId="636894323" sldId="258"/>
            <ac:grpSpMk id="5" creationId="{F815ACE3-BE74-2996-2334-AB76D3E414BD}"/>
          </ac:grpSpMkLst>
        </pc:grpChg>
        <pc:grpChg chg="add mod">
          <ac:chgData name="兴铎 邓" userId="ce8efad1cfb2fde1" providerId="LiveId" clId="{EB4AA475-C928-44A5-965E-B325C52DC827}" dt="2026-02-26T06:56:04.817" v="1999" actId="164"/>
          <ac:grpSpMkLst>
            <pc:docMk/>
            <pc:sldMk cId="636894323" sldId="258"/>
            <ac:grpSpMk id="6" creationId="{6A0062B0-E260-4937-C480-E927230DF258}"/>
          </ac:grpSpMkLst>
        </pc:grpChg>
        <pc:grpChg chg="mod">
          <ac:chgData name="兴铎 邓" userId="ce8efad1cfb2fde1" providerId="LiveId" clId="{EB4AA475-C928-44A5-965E-B325C52DC827}" dt="2026-02-26T06:56:42.989" v="2009" actId="12788"/>
          <ac:grpSpMkLst>
            <pc:docMk/>
            <pc:sldMk cId="636894323" sldId="258"/>
            <ac:grpSpMk id="14" creationId="{7DB9DCA6-3D64-B501-4841-198403166B28}"/>
          </ac:grpSpMkLst>
        </pc:grpChg>
        <pc:grpChg chg="add mod">
          <ac:chgData name="兴铎 邓" userId="ce8efad1cfb2fde1" providerId="LiveId" clId="{EB4AA475-C928-44A5-965E-B325C52DC827}" dt="2026-02-26T06:55:29.071" v="1972" actId="164"/>
          <ac:grpSpMkLst>
            <pc:docMk/>
            <pc:sldMk cId="636894323" sldId="258"/>
            <ac:grpSpMk id="25" creationId="{9EAEAF18-BA8D-2D99-5604-2966D1E0206E}"/>
          </ac:grpSpMkLst>
        </pc:grpChg>
        <pc:grpChg chg="add mod">
          <ac:chgData name="兴铎 邓" userId="ce8efad1cfb2fde1" providerId="LiveId" clId="{EB4AA475-C928-44A5-965E-B325C52DC827}" dt="2026-02-26T06:55:29.071" v="1972" actId="164"/>
          <ac:grpSpMkLst>
            <pc:docMk/>
            <pc:sldMk cId="636894323" sldId="258"/>
            <ac:grpSpMk id="33" creationId="{E01FCC33-87D1-2D8B-ED95-238D1958BE50}"/>
          </ac:grpSpMkLst>
        </pc:grpChg>
        <pc:grpChg chg="mod">
          <ac:chgData name="兴铎 邓" userId="ce8efad1cfb2fde1" providerId="LiveId" clId="{EB4AA475-C928-44A5-965E-B325C52DC827}" dt="2026-02-26T06:53:45.261" v="1963" actId="1076"/>
          <ac:grpSpMkLst>
            <pc:docMk/>
            <pc:sldMk cId="636894323" sldId="258"/>
            <ac:grpSpMk id="37" creationId="{8394CEC7-A74B-9DC1-0F8D-71C2450C9CA5}"/>
          </ac:grpSpMkLst>
        </pc:grpChg>
        <pc:picChg chg="add mod">
          <ac:chgData name="兴铎 邓" userId="ce8efad1cfb2fde1" providerId="LiveId" clId="{EB4AA475-C928-44A5-965E-B325C52DC827}" dt="2026-02-26T06:55:12.611" v="1970" actId="164"/>
          <ac:picMkLst>
            <pc:docMk/>
            <pc:sldMk cId="636894323" sldId="258"/>
            <ac:picMk id="7" creationId="{6EA9CE87-EE4B-B8A9-D75B-AADF35C7D524}"/>
          </ac:picMkLst>
        </pc:picChg>
        <pc:picChg chg="add mod">
          <ac:chgData name="兴铎 邓" userId="ce8efad1cfb2fde1" providerId="LiveId" clId="{EB4AA475-C928-44A5-965E-B325C52DC827}" dt="2026-02-26T06:55:29.071" v="1972" actId="164"/>
          <ac:picMkLst>
            <pc:docMk/>
            <pc:sldMk cId="636894323" sldId="258"/>
            <ac:picMk id="15" creationId="{3170FEF2-EA61-41A7-3F1D-2AE082321BB6}"/>
          </ac:picMkLst>
        </pc:picChg>
        <pc:picChg chg="add mod">
          <ac:chgData name="兴铎 邓" userId="ce8efad1cfb2fde1" providerId="LiveId" clId="{EB4AA475-C928-44A5-965E-B325C52DC827}" dt="2026-02-26T06:55:29.071" v="1972" actId="164"/>
          <ac:picMkLst>
            <pc:docMk/>
            <pc:sldMk cId="636894323" sldId="258"/>
            <ac:picMk id="17" creationId="{021C7010-0016-2A80-00F1-A753D06A2E1B}"/>
          </ac:picMkLst>
        </pc:picChg>
        <pc:picChg chg="add mod">
          <ac:chgData name="兴铎 邓" userId="ce8efad1cfb2fde1" providerId="LiveId" clId="{EB4AA475-C928-44A5-965E-B325C52DC827}" dt="2026-02-26T06:55:11.515" v="1969" actId="164"/>
          <ac:picMkLst>
            <pc:docMk/>
            <pc:sldMk cId="636894323" sldId="258"/>
            <ac:picMk id="26" creationId="{9529F089-D64D-F90D-8F20-0B37A8FED944}"/>
          </ac:picMkLst>
        </pc:picChg>
        <pc:picChg chg="add mod">
          <ac:chgData name="兴铎 邓" userId="ce8efad1cfb2fde1" providerId="LiveId" clId="{EB4AA475-C928-44A5-965E-B325C52DC827}" dt="2026-02-25T14:02:21.278" v="1527" actId="164"/>
          <ac:picMkLst>
            <pc:docMk/>
            <pc:sldMk cId="636894323" sldId="258"/>
            <ac:picMk id="28" creationId="{46E949FB-FB68-5D21-B6B3-57F1A52BA5F9}"/>
          </ac:picMkLst>
        </pc:picChg>
        <pc:picChg chg="add mod">
          <ac:chgData name="兴铎 邓" userId="ce8efad1cfb2fde1" providerId="LiveId" clId="{EB4AA475-C928-44A5-965E-B325C52DC827}" dt="2026-02-25T14:02:21.278" v="1527" actId="164"/>
          <ac:picMkLst>
            <pc:docMk/>
            <pc:sldMk cId="636894323" sldId="258"/>
            <ac:picMk id="30" creationId="{3FFF9ABD-A1D2-BF1D-BC07-DD62E3885179}"/>
          </ac:picMkLst>
        </pc:picChg>
        <pc:picChg chg="add mod">
          <ac:chgData name="兴铎 邓" userId="ce8efad1cfb2fde1" providerId="LiveId" clId="{EB4AA475-C928-44A5-965E-B325C52DC827}" dt="2026-02-25T14:02:21.278" v="1527" actId="164"/>
          <ac:picMkLst>
            <pc:docMk/>
            <pc:sldMk cId="636894323" sldId="258"/>
            <ac:picMk id="32" creationId="{C79AB7D4-7A74-B009-7A69-DD5EC1EDD96F}"/>
          </ac:picMkLst>
        </pc:picChg>
        <pc:picChg chg="add mod">
          <ac:chgData name="兴铎 邓" userId="ce8efad1cfb2fde1" providerId="LiveId" clId="{EB4AA475-C928-44A5-965E-B325C52DC827}" dt="2026-02-25T14:02:21.278" v="1527" actId="164"/>
          <ac:picMkLst>
            <pc:docMk/>
            <pc:sldMk cId="636894323" sldId="258"/>
            <ac:picMk id="34" creationId="{F6A0AB90-10C9-3B12-BDBD-246C36DC7216}"/>
          </ac:picMkLst>
        </pc:picChg>
        <pc:cxnChg chg="add mod">
          <ac:chgData name="兴铎 邓" userId="ce8efad1cfb2fde1" providerId="LiveId" clId="{EB4AA475-C928-44A5-965E-B325C52DC827}" dt="2026-02-25T14:11:04.441" v="1764" actId="164"/>
          <ac:cxnSpMkLst>
            <pc:docMk/>
            <pc:sldMk cId="636894323" sldId="258"/>
            <ac:cxnSpMk id="21" creationId="{4403B756-BE55-5DF7-8E8F-749DDFEF6695}"/>
          </ac:cxnSpMkLst>
        </pc:cxnChg>
        <pc:cxnChg chg="add mod ord">
          <ac:chgData name="兴铎 邓" userId="ce8efad1cfb2fde1" providerId="LiveId" clId="{EB4AA475-C928-44A5-965E-B325C52DC827}" dt="2026-02-25T14:11:04.441" v="1764" actId="164"/>
          <ac:cxnSpMkLst>
            <pc:docMk/>
            <pc:sldMk cId="636894323" sldId="258"/>
            <ac:cxnSpMk id="23" creationId="{D271F82B-6E8D-9225-CFF6-050C92EEBDE4}"/>
          </ac:cxnSpMkLst>
        </pc:cxnChg>
        <pc:cxnChg chg="mod topLvl">
          <ac:chgData name="兴铎 邓" userId="ce8efad1cfb2fde1" providerId="LiveId" clId="{EB4AA475-C928-44A5-965E-B325C52DC827}" dt="2026-02-25T14:12:23.606" v="1775" actId="164"/>
          <ac:cxnSpMkLst>
            <pc:docMk/>
            <pc:sldMk cId="636894323" sldId="258"/>
            <ac:cxnSpMk id="29" creationId="{907EAC39-074F-4CA2-8027-05679991FB56}"/>
          </ac:cxnSpMkLst>
        </pc:cxnChg>
        <pc:cxnChg chg="mod topLvl">
          <ac:chgData name="兴铎 邓" userId="ce8efad1cfb2fde1" providerId="LiveId" clId="{EB4AA475-C928-44A5-965E-B325C52DC827}" dt="2026-02-25T14:12:23.606" v="1775" actId="164"/>
          <ac:cxnSpMkLst>
            <pc:docMk/>
            <pc:sldMk cId="636894323" sldId="258"/>
            <ac:cxnSpMk id="31" creationId="{1E5CCF93-28CF-117D-5FFE-0B3DBC06FE95}"/>
          </ac:cxnSpMkLst>
        </pc:cxnChg>
      </pc:sldChg>
      <pc:sldChg chg="addSp delSp modSp new mod">
        <pc:chgData name="兴铎 邓" userId="ce8efad1cfb2fde1" providerId="LiveId" clId="{EB4AA475-C928-44A5-965E-B325C52DC827}" dt="2026-02-26T12:06:54.744" v="3977" actId="947"/>
        <pc:sldMkLst>
          <pc:docMk/>
          <pc:sldMk cId="3384946107" sldId="259"/>
        </pc:sldMkLst>
        <pc:spChg chg="add mod">
          <ac:chgData name="兴铎 邓" userId="ce8efad1cfb2fde1" providerId="LiveId" clId="{EB4AA475-C928-44A5-965E-B325C52DC827}" dt="2026-02-26T07:22:33.865" v="2382" actId="6559"/>
          <ac:spMkLst>
            <pc:docMk/>
            <pc:sldMk cId="3384946107" sldId="259"/>
            <ac:spMk id="2" creationId="{8720C9DD-ED99-B8C4-F8D6-D7A92D631A23}"/>
          </ac:spMkLst>
        </pc:spChg>
        <pc:spChg chg="add mod">
          <ac:chgData name="兴铎 邓" userId="ce8efad1cfb2fde1" providerId="LiveId" clId="{EB4AA475-C928-44A5-965E-B325C52DC827}" dt="2026-02-26T12:06:54.744" v="3977" actId="947"/>
          <ac:spMkLst>
            <pc:docMk/>
            <pc:sldMk cId="3384946107" sldId="259"/>
            <ac:spMk id="4" creationId="{986EACD2-E293-2157-F56C-46D0A96BB50D}"/>
          </ac:spMkLst>
        </pc:spChg>
      </pc:sldChg>
      <pc:sldChg chg="addSp delSp modSp add mod">
        <pc:chgData name="兴铎 邓" userId="ce8efad1cfb2fde1" providerId="LiveId" clId="{EB4AA475-C928-44A5-965E-B325C52DC827}" dt="2026-02-26T11:32:32.594" v="3460" actId="947"/>
        <pc:sldMkLst>
          <pc:docMk/>
          <pc:sldMk cId="1485620303" sldId="260"/>
        </pc:sldMkLst>
        <pc:spChg chg="del">
          <ac:chgData name="兴铎 邓" userId="ce8efad1cfb2fde1" providerId="LiveId" clId="{EB4AA475-C928-44A5-965E-B325C52DC827}" dt="2026-02-26T07:29:48.828" v="2385" actId="478"/>
          <ac:spMkLst>
            <pc:docMk/>
            <pc:sldMk cId="1485620303" sldId="260"/>
            <ac:spMk id="2" creationId="{D40AC936-2276-7AE9-F5BF-44CC3662A7D5}"/>
          </ac:spMkLst>
        </pc:spChg>
        <pc:spChg chg="del">
          <ac:chgData name="兴铎 邓" userId="ce8efad1cfb2fde1" providerId="LiveId" clId="{EB4AA475-C928-44A5-965E-B325C52DC827}" dt="2026-02-26T07:29:47.389" v="2384" actId="478"/>
          <ac:spMkLst>
            <pc:docMk/>
            <pc:sldMk cId="1485620303" sldId="260"/>
            <ac:spMk id="4" creationId="{FA8AAB4C-8349-535F-D2F6-85427421C7BF}"/>
          </ac:spMkLst>
        </pc:spChg>
        <pc:spChg chg="add del mod">
          <ac:chgData name="兴铎 邓" userId="ce8efad1cfb2fde1" providerId="LiveId" clId="{EB4AA475-C928-44A5-965E-B325C52DC827}" dt="2026-02-26T07:41:37.975" v="2747" actId="478"/>
          <ac:spMkLst>
            <pc:docMk/>
            <pc:sldMk cId="1485620303" sldId="260"/>
            <ac:spMk id="5" creationId="{CB4E3037-FB35-1221-D95B-A06814A4093C}"/>
          </ac:spMkLst>
        </pc:spChg>
        <pc:spChg chg="add del">
          <ac:chgData name="兴铎 邓" userId="ce8efad1cfb2fde1" providerId="LiveId" clId="{EB4AA475-C928-44A5-965E-B325C52DC827}" dt="2026-02-26T07:42:32.769" v="2756" actId="478"/>
          <ac:spMkLst>
            <pc:docMk/>
            <pc:sldMk cId="1485620303" sldId="260"/>
            <ac:spMk id="13" creationId="{69EDF433-B983-840F-A54C-6556E7DE3877}"/>
          </ac:spMkLst>
        </pc:spChg>
        <pc:spChg chg="add del mod">
          <ac:chgData name="兴铎 邓" userId="ce8efad1cfb2fde1" providerId="LiveId" clId="{EB4AA475-C928-44A5-965E-B325C52DC827}" dt="2026-02-26T07:42:55.917" v="2759" actId="478"/>
          <ac:spMkLst>
            <pc:docMk/>
            <pc:sldMk cId="1485620303" sldId="260"/>
            <ac:spMk id="14" creationId="{FA06B875-52F3-88B9-4D42-3F859CE77AC7}"/>
          </ac:spMkLst>
        </pc:spChg>
        <pc:spChg chg="add mod">
          <ac:chgData name="兴铎 邓" userId="ce8efad1cfb2fde1" providerId="LiveId" clId="{EB4AA475-C928-44A5-965E-B325C52DC827}" dt="2026-02-26T07:46:28.237" v="2790" actId="767"/>
          <ac:spMkLst>
            <pc:docMk/>
            <pc:sldMk cId="1485620303" sldId="260"/>
            <ac:spMk id="26" creationId="{F5680D00-F03A-84A8-D580-4CD49BEEC844}"/>
          </ac:spMkLst>
        </pc:spChg>
        <pc:spChg chg="add mod topLvl">
          <ac:chgData name="兴铎 邓" userId="ce8efad1cfb2fde1" providerId="LiveId" clId="{EB4AA475-C928-44A5-965E-B325C52DC827}" dt="2026-02-26T11:28:56.188" v="3350" actId="164"/>
          <ac:spMkLst>
            <pc:docMk/>
            <pc:sldMk cId="1485620303" sldId="260"/>
            <ac:spMk id="27" creationId="{8E11C890-BCF4-9F91-4A1E-A5BF8A9D5D00}"/>
          </ac:spMkLst>
        </pc:spChg>
        <pc:spChg chg="add mod">
          <ac:chgData name="兴铎 邓" userId="ce8efad1cfb2fde1" providerId="LiveId" clId="{EB4AA475-C928-44A5-965E-B325C52DC827}" dt="2026-02-26T11:27:11.946" v="3303" actId="1036"/>
          <ac:spMkLst>
            <pc:docMk/>
            <pc:sldMk cId="1485620303" sldId="260"/>
            <ac:spMk id="30" creationId="{A7307773-8E54-D04E-D98B-521BB8D3122F}"/>
          </ac:spMkLst>
        </pc:spChg>
        <pc:spChg chg="mod">
          <ac:chgData name="兴铎 邓" userId="ce8efad1cfb2fde1" providerId="LiveId" clId="{EB4AA475-C928-44A5-965E-B325C52DC827}" dt="2026-02-26T11:27:09.257" v="3297" actId="1036"/>
          <ac:spMkLst>
            <pc:docMk/>
            <pc:sldMk cId="1485620303" sldId="260"/>
            <ac:spMk id="34" creationId="{3B09DCCC-03B7-49C5-F203-DAB6F26B3D09}"/>
          </ac:spMkLst>
        </pc:spChg>
        <pc:spChg chg="add mod">
          <ac:chgData name="兴铎 邓" userId="ce8efad1cfb2fde1" providerId="LiveId" clId="{EB4AA475-C928-44A5-965E-B325C52DC827}" dt="2026-02-26T11:32:32.594" v="3460" actId="947"/>
          <ac:spMkLst>
            <pc:docMk/>
            <pc:sldMk cId="1485620303" sldId="260"/>
            <ac:spMk id="35" creationId="{35ED96B9-643D-C835-6EE4-BCD796475C1B}"/>
          </ac:spMkLst>
        </pc:spChg>
        <pc:grpChg chg="add del mod topLvl">
          <ac:chgData name="兴铎 邓" userId="ce8efad1cfb2fde1" providerId="LiveId" clId="{EB4AA475-C928-44A5-965E-B325C52DC827}" dt="2026-02-26T11:19:47.466" v="3084" actId="165"/>
          <ac:grpSpMkLst>
            <pc:docMk/>
            <pc:sldMk cId="1485620303" sldId="260"/>
            <ac:grpSpMk id="25" creationId="{639939DA-D3A4-3BC4-0C4F-7FE2C2151228}"/>
          </ac:grpSpMkLst>
        </pc:grpChg>
        <pc:grpChg chg="add mod">
          <ac:chgData name="兴铎 邓" userId="ce8efad1cfb2fde1" providerId="LiveId" clId="{EB4AA475-C928-44A5-965E-B325C52DC827}" dt="2026-02-26T11:29:22.827" v="3386" actId="1035"/>
          <ac:grpSpMkLst>
            <pc:docMk/>
            <pc:sldMk cId="1485620303" sldId="260"/>
            <ac:grpSpMk id="31" creationId="{03028B40-C75B-83B0-EC12-68854C481EF7}"/>
          </ac:grpSpMkLst>
        </pc:grpChg>
        <pc:grpChg chg="add mod">
          <ac:chgData name="兴铎 邓" userId="ce8efad1cfb2fde1" providerId="LiveId" clId="{EB4AA475-C928-44A5-965E-B325C52DC827}" dt="2026-02-26T11:29:22.827" v="3386" actId="1035"/>
          <ac:grpSpMkLst>
            <pc:docMk/>
            <pc:sldMk cId="1485620303" sldId="260"/>
            <ac:grpSpMk id="32" creationId="{D2652F2A-EC03-77B9-CD2E-0144854C625F}"/>
          </ac:grpSpMkLst>
        </pc:grpChg>
        <pc:grpChg chg="add del mod">
          <ac:chgData name="兴铎 邓" userId="ce8efad1cfb2fde1" providerId="LiveId" clId="{EB4AA475-C928-44A5-965E-B325C52DC827}" dt="2026-02-26T11:19:41.881" v="3083" actId="165"/>
          <ac:grpSpMkLst>
            <pc:docMk/>
            <pc:sldMk cId="1485620303" sldId="260"/>
            <ac:grpSpMk id="36" creationId="{952F00A3-8748-3B22-3738-A2D6AE677343}"/>
          </ac:grpSpMkLst>
        </pc:grpChg>
        <pc:grpChg chg="add del mod">
          <ac:chgData name="兴铎 邓" userId="ce8efad1cfb2fde1" providerId="LiveId" clId="{EB4AA475-C928-44A5-965E-B325C52DC827}" dt="2026-02-26T11:28:17.524" v="3332" actId="165"/>
          <ac:grpSpMkLst>
            <pc:docMk/>
            <pc:sldMk cId="1485620303" sldId="260"/>
            <ac:grpSpMk id="39" creationId="{7D23D22B-E3D1-A07B-7052-E2D636FF6C93}"/>
          </ac:grpSpMkLst>
        </pc:grpChg>
        <pc:grpChg chg="add mod">
          <ac:chgData name="兴铎 邓" userId="ce8efad1cfb2fde1" providerId="LiveId" clId="{EB4AA475-C928-44A5-965E-B325C52DC827}" dt="2026-02-26T11:29:48.375" v="3393" actId="1035"/>
          <ac:grpSpMkLst>
            <pc:docMk/>
            <pc:sldMk cId="1485620303" sldId="260"/>
            <ac:grpSpMk id="42" creationId="{24DB70FF-DD16-2E6F-D125-43BC96DEFD33}"/>
          </ac:grpSpMkLst>
        </pc:grpChg>
        <pc:graphicFrameChg chg="add mod modGraphic">
          <ac:chgData name="兴铎 邓" userId="ce8efad1cfb2fde1" providerId="LiveId" clId="{EB4AA475-C928-44A5-965E-B325C52DC827}" dt="2026-02-26T11:29:37.883" v="3390" actId="3064"/>
          <ac:graphicFrameMkLst>
            <pc:docMk/>
            <pc:sldMk cId="1485620303" sldId="260"/>
            <ac:graphicFrameMk id="3" creationId="{B76F5612-91C6-915A-F6EA-F6F94E70B64A}"/>
          </ac:graphicFrameMkLst>
        </pc:graphicFrameChg>
        <pc:cxnChg chg="add del mod">
          <ac:chgData name="兴铎 邓" userId="ce8efad1cfb2fde1" providerId="LiveId" clId="{EB4AA475-C928-44A5-965E-B325C52DC827}" dt="2026-02-26T07:42:11.417" v="2754" actId="478"/>
          <ac:cxnSpMkLst>
            <pc:docMk/>
            <pc:sldMk cId="1485620303" sldId="260"/>
            <ac:cxnSpMk id="7" creationId="{F539E2FA-9F35-FB2E-46CF-11E5AF20187E}"/>
          </ac:cxnSpMkLst>
        </pc:cxnChg>
        <pc:cxnChg chg="add del">
          <ac:chgData name="兴铎 邓" userId="ce8efad1cfb2fde1" providerId="LiveId" clId="{EB4AA475-C928-44A5-965E-B325C52DC827}" dt="2026-02-26T07:43:24.483" v="2761" actId="478"/>
          <ac:cxnSpMkLst>
            <pc:docMk/>
            <pc:sldMk cId="1485620303" sldId="260"/>
            <ac:cxnSpMk id="16" creationId="{C23D3C8D-FA2C-B6AF-F98D-8C4C169BB0F3}"/>
          </ac:cxnSpMkLst>
        </pc:cxnChg>
        <pc:cxnChg chg="add mod topLvl">
          <ac:chgData name="兴铎 邓" userId="ce8efad1cfb2fde1" providerId="LiveId" clId="{EB4AA475-C928-44A5-965E-B325C52DC827}" dt="2026-02-26T11:28:56.188" v="3350" actId="164"/>
          <ac:cxnSpMkLst>
            <pc:docMk/>
            <pc:sldMk cId="1485620303" sldId="260"/>
            <ac:cxnSpMk id="18" creationId="{C81F93B8-ED42-5796-0889-342BB0AE81B1}"/>
          </ac:cxnSpMkLst>
        </pc:cxnChg>
        <pc:cxnChg chg="add mod topLvl">
          <ac:chgData name="兴铎 邓" userId="ce8efad1cfb2fde1" providerId="LiveId" clId="{EB4AA475-C928-44A5-965E-B325C52DC827}" dt="2026-02-26T11:28:56.188" v="3350" actId="164"/>
          <ac:cxnSpMkLst>
            <pc:docMk/>
            <pc:sldMk cId="1485620303" sldId="260"/>
            <ac:cxnSpMk id="19" creationId="{8F764513-59EA-0BDC-F85A-FF7A065C23FB}"/>
          </ac:cxnSpMkLst>
        </pc:cxnChg>
        <pc:cxnChg chg="add mod topLvl">
          <ac:chgData name="兴铎 邓" userId="ce8efad1cfb2fde1" providerId="LiveId" clId="{EB4AA475-C928-44A5-965E-B325C52DC827}" dt="2026-02-26T11:28:56.188" v="3350" actId="164"/>
          <ac:cxnSpMkLst>
            <pc:docMk/>
            <pc:sldMk cId="1485620303" sldId="260"/>
            <ac:cxnSpMk id="21" creationId="{7E31A402-7533-FB4C-63A0-CF74735CFA1B}"/>
          </ac:cxnSpMkLst>
        </pc:cxnChg>
        <pc:cxnChg chg="add mod">
          <ac:chgData name="兴铎 邓" userId="ce8efad1cfb2fde1" providerId="LiveId" clId="{EB4AA475-C928-44A5-965E-B325C52DC827}" dt="2026-02-26T07:48:11.468" v="2843" actId="164"/>
          <ac:cxnSpMkLst>
            <pc:docMk/>
            <pc:sldMk cId="1485620303" sldId="260"/>
            <ac:cxnSpMk id="29" creationId="{5449B74B-9E0A-C5CF-0469-A43AD7E01EB3}"/>
          </ac:cxnSpMkLst>
        </pc:cxnChg>
        <pc:cxnChg chg="mod">
          <ac:chgData name="兴铎 邓" userId="ce8efad1cfb2fde1" providerId="LiveId" clId="{EB4AA475-C928-44A5-965E-B325C52DC827}" dt="2026-02-26T07:48:13.481" v="2844"/>
          <ac:cxnSpMkLst>
            <pc:docMk/>
            <pc:sldMk cId="1485620303" sldId="260"/>
            <ac:cxnSpMk id="33" creationId="{16D064CC-C58D-87B2-A114-09E318533BDF}"/>
          </ac:cxnSpMkLst>
        </pc:cxnChg>
      </pc:sldChg>
      <pc:sldChg chg="addSp delSp modSp new mod">
        <pc:chgData name="兴铎 邓" userId="ce8efad1cfb2fde1" providerId="LiveId" clId="{EB4AA475-C928-44A5-965E-B325C52DC827}" dt="2026-02-27T04:38:20.619" v="3980" actId="20577"/>
        <pc:sldMkLst>
          <pc:docMk/>
          <pc:sldMk cId="1768671506" sldId="261"/>
        </pc:sldMkLst>
        <pc:spChg chg="del">
          <ac:chgData name="兴铎 邓" userId="ce8efad1cfb2fde1" providerId="LiveId" clId="{EB4AA475-C928-44A5-965E-B325C52DC827}" dt="2026-02-26T07:54:12.660" v="2911" actId="478"/>
          <ac:spMkLst>
            <pc:docMk/>
            <pc:sldMk cId="1768671506" sldId="261"/>
            <ac:spMk id="2" creationId="{281C31C6-8A8A-E6ED-A3CD-6C6E81B4E502}"/>
          </ac:spMkLst>
        </pc:spChg>
        <pc:spChg chg="del">
          <ac:chgData name="兴铎 邓" userId="ce8efad1cfb2fde1" providerId="LiveId" clId="{EB4AA475-C928-44A5-965E-B325C52DC827}" dt="2026-02-26T07:54:10.092" v="2910" actId="478"/>
          <ac:spMkLst>
            <pc:docMk/>
            <pc:sldMk cId="1768671506" sldId="261"/>
            <ac:spMk id="3" creationId="{912FD305-2CC4-4351-8320-849614EB66AA}"/>
          </ac:spMkLst>
        </pc:spChg>
        <pc:spChg chg="add mod">
          <ac:chgData name="兴铎 邓" userId="ce8efad1cfb2fde1" providerId="LiveId" clId="{EB4AA475-C928-44A5-965E-B325C52DC827}" dt="2026-02-26T08:02:24.925" v="3029" actId="120"/>
          <ac:spMkLst>
            <pc:docMk/>
            <pc:sldMk cId="1768671506" sldId="261"/>
            <ac:spMk id="5" creationId="{88F3D791-E035-6176-C8B6-3D3BF34EB10B}"/>
          </ac:spMkLst>
        </pc:spChg>
        <pc:spChg chg="add mod">
          <ac:chgData name="兴铎 邓" userId="ce8efad1cfb2fde1" providerId="LiveId" clId="{EB4AA475-C928-44A5-965E-B325C52DC827}" dt="2026-02-27T04:38:20.619" v="3980" actId="20577"/>
          <ac:spMkLst>
            <pc:docMk/>
            <pc:sldMk cId="1768671506" sldId="261"/>
            <ac:spMk id="6" creationId="{272DE174-2228-968C-4E46-2AE1BD333C5F}"/>
          </ac:spMkLst>
        </pc:spChg>
        <pc:graphicFrameChg chg="add mod modGraphic">
          <ac:chgData name="兴铎 邓" userId="ce8efad1cfb2fde1" providerId="LiveId" clId="{EB4AA475-C928-44A5-965E-B325C52DC827}" dt="2026-02-26T08:00:16.438" v="2997" actId="207"/>
          <ac:graphicFrameMkLst>
            <pc:docMk/>
            <pc:sldMk cId="1768671506" sldId="261"/>
            <ac:graphicFrameMk id="4" creationId="{EF5483EA-6E37-E2C9-C477-363C02589F3D}"/>
          </ac:graphicFrameMkLst>
        </pc:graphicFrameChg>
      </pc:sldChg>
      <pc:sldChg chg="modSp add mod">
        <pc:chgData name="兴铎 邓" userId="ce8efad1cfb2fde1" providerId="LiveId" clId="{EB4AA475-C928-44A5-965E-B325C52DC827}" dt="2026-02-26T11:43:18.908" v="3573" actId="113"/>
        <pc:sldMkLst>
          <pc:docMk/>
          <pc:sldMk cId="460868157" sldId="262"/>
        </pc:sldMkLst>
        <pc:spChg chg="mod">
          <ac:chgData name="兴铎 邓" userId="ce8efad1cfb2fde1" providerId="LiveId" clId="{EB4AA475-C928-44A5-965E-B325C52DC827}" dt="2026-02-26T11:43:18.908" v="3573" actId="113"/>
          <ac:spMkLst>
            <pc:docMk/>
            <pc:sldMk cId="460868157" sldId="262"/>
            <ac:spMk id="6" creationId="{3EE1038C-A1BA-1FE2-ADC5-65A6B9D307A4}"/>
          </ac:spMkLst>
        </pc:spChg>
      </pc:sldChg>
      <pc:sldChg chg="addSp delSp modSp new mod">
        <pc:chgData name="兴铎 邓" userId="ce8efad1cfb2fde1" providerId="LiveId" clId="{EB4AA475-C928-44A5-965E-B325C52DC827}" dt="2026-02-26T12:06:03.985" v="3970" actId="947"/>
        <pc:sldMkLst>
          <pc:docMk/>
          <pc:sldMk cId="1762538253" sldId="263"/>
        </pc:sldMkLst>
        <pc:spChg chg="del">
          <ac:chgData name="兴铎 邓" userId="ce8efad1cfb2fde1" providerId="LiveId" clId="{EB4AA475-C928-44A5-965E-B325C52DC827}" dt="2026-02-26T11:49:22.938" v="3576" actId="478"/>
          <ac:spMkLst>
            <pc:docMk/>
            <pc:sldMk cId="1762538253" sldId="263"/>
            <ac:spMk id="2" creationId="{490DB943-25C4-CF4E-93BD-B60B984D9B2A}"/>
          </ac:spMkLst>
        </pc:spChg>
        <pc:spChg chg="del">
          <ac:chgData name="兴铎 邓" userId="ce8efad1cfb2fde1" providerId="LiveId" clId="{EB4AA475-C928-44A5-965E-B325C52DC827}" dt="2026-02-26T11:49:22.027" v="3575" actId="478"/>
          <ac:spMkLst>
            <pc:docMk/>
            <pc:sldMk cId="1762538253" sldId="263"/>
            <ac:spMk id="3" creationId="{8545050D-DD40-D379-2E8D-D23D8085F090}"/>
          </ac:spMkLst>
        </pc:spChg>
        <pc:spChg chg="add mod">
          <ac:chgData name="兴铎 邓" userId="ce8efad1cfb2fde1" providerId="LiveId" clId="{EB4AA475-C928-44A5-965E-B325C52DC827}" dt="2026-02-26T12:05:18.831" v="3962" actId="1076"/>
          <ac:spMkLst>
            <pc:docMk/>
            <pc:sldMk cId="1762538253" sldId="263"/>
            <ac:spMk id="4" creationId="{E9F83D8A-B8BF-C8BC-EB41-DF6F4E501F27}"/>
          </ac:spMkLst>
        </pc:spChg>
        <pc:spChg chg="add mod">
          <ac:chgData name="兴铎 邓" userId="ce8efad1cfb2fde1" providerId="LiveId" clId="{EB4AA475-C928-44A5-965E-B325C52DC827}" dt="2026-02-26T11:49:36.841" v="3579"/>
          <ac:spMkLst>
            <pc:docMk/>
            <pc:sldMk cId="1762538253" sldId="263"/>
            <ac:spMk id="5" creationId="{2CED5534-5C34-4F27-E88A-CDECFFD81F26}"/>
          </ac:spMkLst>
        </pc:spChg>
        <pc:spChg chg="add mod">
          <ac:chgData name="兴铎 邓" userId="ce8efad1cfb2fde1" providerId="LiveId" clId="{EB4AA475-C928-44A5-965E-B325C52DC827}" dt="2026-02-26T12:06:03.985" v="3970" actId="947"/>
          <ac:spMkLst>
            <pc:docMk/>
            <pc:sldMk cId="1762538253" sldId="263"/>
            <ac:spMk id="7" creationId="{E199DF02-6F06-F4A1-AF38-E92214A90BE4}"/>
          </ac:spMkLst>
        </pc:spChg>
        <pc:graphicFrameChg chg="add mod modGraphic">
          <ac:chgData name="兴铎 邓" userId="ce8efad1cfb2fde1" providerId="LiveId" clId="{EB4AA475-C928-44A5-965E-B325C52DC827}" dt="2026-02-26T12:05:16.263" v="3961" actId="1076"/>
          <ac:graphicFrameMkLst>
            <pc:docMk/>
            <pc:sldMk cId="1762538253" sldId="263"/>
            <ac:graphicFrameMk id="6" creationId="{D47790A9-3AB0-0E76-4FCD-80FFA8BDF81D}"/>
          </ac:graphicFrameMkLst>
        </pc:graphicFrameChg>
      </pc:sldChg>
      <pc:sldChg chg="addSp delSp modSp new mod">
        <pc:chgData name="兴铎 邓" userId="ce8efad1cfb2fde1" providerId="LiveId" clId="{EB4AA475-C928-44A5-965E-B325C52DC827}" dt="2026-02-27T05:14:43.909" v="4612" actId="113"/>
        <pc:sldMkLst>
          <pc:docMk/>
          <pc:sldMk cId="3543573742" sldId="264"/>
        </pc:sldMkLst>
        <pc:spChg chg="del">
          <ac:chgData name="兴铎 邓" userId="ce8efad1cfb2fde1" providerId="LiveId" clId="{EB4AA475-C928-44A5-965E-B325C52DC827}" dt="2026-02-27T04:39:18.623" v="3982" actId="478"/>
          <ac:spMkLst>
            <pc:docMk/>
            <pc:sldMk cId="3543573742" sldId="264"/>
            <ac:spMk id="2" creationId="{A6A180E4-F187-D486-5C2B-DD19BE35E797}"/>
          </ac:spMkLst>
        </pc:spChg>
        <pc:spChg chg="del">
          <ac:chgData name="兴铎 邓" userId="ce8efad1cfb2fde1" providerId="LiveId" clId="{EB4AA475-C928-44A5-965E-B325C52DC827}" dt="2026-02-27T04:39:19.746" v="3983" actId="478"/>
          <ac:spMkLst>
            <pc:docMk/>
            <pc:sldMk cId="3543573742" sldId="264"/>
            <ac:spMk id="3" creationId="{670E8858-4E65-DBDC-1829-01FC281868D0}"/>
          </ac:spMkLst>
        </pc:spChg>
        <pc:spChg chg="add mod">
          <ac:chgData name="兴铎 邓" userId="ce8efad1cfb2fde1" providerId="LiveId" clId="{EB4AA475-C928-44A5-965E-B325C52DC827}" dt="2026-02-27T05:14:43.909" v="4612" actId="113"/>
          <ac:spMkLst>
            <pc:docMk/>
            <pc:sldMk cId="3543573742" sldId="264"/>
            <ac:spMk id="4" creationId="{373D4586-CE83-EBCD-86FF-7084F6BA45CE}"/>
          </ac:spMkLst>
        </pc:spChg>
        <pc:spChg chg="add mod">
          <ac:chgData name="兴铎 邓" userId="ce8efad1cfb2fde1" providerId="LiveId" clId="{EB4AA475-C928-44A5-965E-B325C52DC827}" dt="2026-02-27T04:40:50.124" v="3985"/>
          <ac:spMkLst>
            <pc:docMk/>
            <pc:sldMk cId="3543573742" sldId="264"/>
            <ac:spMk id="5" creationId="{90C38683-CC4E-E777-9EB1-99F03EDA1B3E}"/>
          </ac:spMkLst>
        </pc:spChg>
      </pc:sldChg>
      <pc:sldChg chg="addSp delSp modSp add mod">
        <pc:chgData name="兴铎 邓" userId="ce8efad1cfb2fde1" providerId="LiveId" clId="{EB4AA475-C928-44A5-965E-B325C52DC827}" dt="2026-02-27T05:14:52.595" v="4614" actId="113"/>
        <pc:sldMkLst>
          <pc:docMk/>
          <pc:sldMk cId="175175125" sldId="265"/>
        </pc:sldMkLst>
        <pc:spChg chg="mod">
          <ac:chgData name="兴铎 邓" userId="ce8efad1cfb2fde1" providerId="LiveId" clId="{EB4AA475-C928-44A5-965E-B325C52DC827}" dt="2026-02-27T05:14:52.595" v="4614" actId="113"/>
          <ac:spMkLst>
            <pc:docMk/>
            <pc:sldMk cId="175175125" sldId="265"/>
            <ac:spMk id="4" creationId="{E7940ABB-0EA3-1AE9-871E-719E399405BA}"/>
          </ac:spMkLst>
        </pc:spChg>
        <pc:picChg chg="add del mod">
          <ac:chgData name="兴铎 邓" userId="ce8efad1cfb2fde1" providerId="LiveId" clId="{EB4AA475-C928-44A5-965E-B325C52DC827}" dt="2026-02-27T05:02:59.980" v="4289" actId="478"/>
          <ac:picMkLst>
            <pc:docMk/>
            <pc:sldMk cId="175175125" sldId="265"/>
            <ac:picMk id="3" creationId="{8BE007E9-3398-E574-1E21-A0FDB16C2D1B}"/>
          </ac:picMkLst>
        </pc:picChg>
      </pc:sldChg>
      <pc:sldChg chg="delSp modSp add mod">
        <pc:chgData name="兴铎 邓" userId="ce8efad1cfb2fde1" providerId="LiveId" clId="{EB4AA475-C928-44A5-965E-B325C52DC827}" dt="2026-02-27T05:10:42.084" v="4510" actId="1582"/>
        <pc:sldMkLst>
          <pc:docMk/>
          <pc:sldMk cId="2958890341" sldId="266"/>
        </pc:sldMkLst>
        <pc:spChg chg="mod">
          <ac:chgData name="兴铎 邓" userId="ce8efad1cfb2fde1" providerId="LiveId" clId="{EB4AA475-C928-44A5-965E-B325C52DC827}" dt="2026-02-27T05:10:42.084" v="4510" actId="1582"/>
          <ac:spMkLst>
            <pc:docMk/>
            <pc:sldMk cId="2958890341" sldId="266"/>
            <ac:spMk id="4" creationId="{8B411046-6805-C25D-C682-D346293F1C9A}"/>
          </ac:spMkLst>
        </pc:spChg>
        <pc:picChg chg="del">
          <ac:chgData name="兴铎 邓" userId="ce8efad1cfb2fde1" providerId="LiveId" clId="{EB4AA475-C928-44A5-965E-B325C52DC827}" dt="2026-02-27T05:03:05.722" v="4290" actId="478"/>
          <ac:picMkLst>
            <pc:docMk/>
            <pc:sldMk cId="2958890341" sldId="266"/>
            <ac:picMk id="3" creationId="{3230D51A-C057-4E22-4B36-FD5AFBD242D6}"/>
          </ac:picMkLst>
        </pc:picChg>
      </pc:sldChg>
      <pc:sldChg chg="addSp delSp modSp add mod">
        <pc:chgData name="兴铎 邓" userId="ce8efad1cfb2fde1" providerId="LiveId" clId="{EB4AA475-C928-44A5-965E-B325C52DC827}" dt="2026-02-27T05:16:28.166" v="4630" actId="948"/>
        <pc:sldMkLst>
          <pc:docMk/>
          <pc:sldMk cId="3745765339" sldId="267"/>
        </pc:sldMkLst>
        <pc:spChg chg="add mod">
          <ac:chgData name="兴铎 邓" userId="ce8efad1cfb2fde1" providerId="LiveId" clId="{EB4AA475-C928-44A5-965E-B325C52DC827}" dt="2026-02-27T05:16:28.166" v="4630" actId="948"/>
          <ac:spMkLst>
            <pc:docMk/>
            <pc:sldMk cId="3745765339" sldId="267"/>
            <ac:spMk id="2" creationId="{1B549733-6D64-E2AF-9D52-E05AABA179CA}"/>
          </ac:spMkLst>
        </pc:spChg>
        <pc:spChg chg="del mod">
          <ac:chgData name="兴铎 邓" userId="ce8efad1cfb2fde1" providerId="LiveId" clId="{EB4AA475-C928-44A5-965E-B325C52DC827}" dt="2026-02-27T05:12:02.247" v="4518" actId="478"/>
          <ac:spMkLst>
            <pc:docMk/>
            <pc:sldMk cId="3745765339" sldId="267"/>
            <ac:spMk id="4" creationId="{3191B324-159F-7789-8CFC-0B08085F3CE2}"/>
          </ac:spMkLst>
        </pc:spChg>
      </pc:sldChg>
      <pc:sldChg chg="addSp delSp modSp new mod">
        <pc:chgData name="兴铎 邓" userId="ce8efad1cfb2fde1" providerId="LiveId" clId="{EB4AA475-C928-44A5-965E-B325C52DC827}" dt="2026-02-27T05:19:46.486" v="4657" actId="2711"/>
        <pc:sldMkLst>
          <pc:docMk/>
          <pc:sldMk cId="4168119271" sldId="268"/>
        </pc:sldMkLst>
        <pc:spChg chg="del">
          <ac:chgData name="兴铎 邓" userId="ce8efad1cfb2fde1" providerId="LiveId" clId="{EB4AA475-C928-44A5-965E-B325C52DC827}" dt="2026-02-27T05:16:52.583" v="4632" actId="478"/>
          <ac:spMkLst>
            <pc:docMk/>
            <pc:sldMk cId="4168119271" sldId="268"/>
            <ac:spMk id="2" creationId="{471CEC9D-ECC5-1833-79CE-6D8D18B99E4B}"/>
          </ac:spMkLst>
        </pc:spChg>
        <pc:spChg chg="del">
          <ac:chgData name="兴铎 邓" userId="ce8efad1cfb2fde1" providerId="LiveId" clId="{EB4AA475-C928-44A5-965E-B325C52DC827}" dt="2026-02-27T05:16:53.277" v="4633" actId="478"/>
          <ac:spMkLst>
            <pc:docMk/>
            <pc:sldMk cId="4168119271" sldId="268"/>
            <ac:spMk id="3" creationId="{F777DB37-F45A-A633-E785-84B23624BE8C}"/>
          </ac:spMkLst>
        </pc:spChg>
        <pc:spChg chg="add mod">
          <ac:chgData name="兴铎 邓" userId="ce8efad1cfb2fde1" providerId="LiveId" clId="{EB4AA475-C928-44A5-965E-B325C52DC827}" dt="2026-02-27T05:19:46.486" v="4657" actId="2711"/>
          <ac:spMkLst>
            <pc:docMk/>
            <pc:sldMk cId="4168119271" sldId="268"/>
            <ac:spMk id="5" creationId="{02308FBB-1893-7E21-EEC8-51D4C1791525}"/>
          </ac:spMkLst>
        </pc:spChg>
      </pc:sldChg>
      <pc:sldMasterChg chg="setBg modSldLayout">
        <pc:chgData name="兴铎 邓" userId="ce8efad1cfb2fde1" providerId="LiveId" clId="{EB4AA475-C928-44A5-965E-B325C52DC827}" dt="2026-02-25T13:09:10.427" v="845"/>
        <pc:sldMasterMkLst>
          <pc:docMk/>
          <pc:sldMasterMk cId="1196818107" sldId="2147483648"/>
        </pc:sldMasterMkLst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3695008578" sldId="2147483649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3842232129" sldId="2147483650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2998712955" sldId="2147483651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239418312" sldId="2147483652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2435590895" sldId="2147483653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2397635112" sldId="2147483654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3472301063" sldId="2147483655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3170729035" sldId="2147483656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1105132256" sldId="2147483657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1632053794" sldId="2147483658"/>
          </pc:sldLayoutMkLst>
        </pc:sldLayoutChg>
        <pc:sldLayoutChg chg="setBg">
          <pc:chgData name="兴铎 邓" userId="ce8efad1cfb2fde1" providerId="LiveId" clId="{EB4AA475-C928-44A5-965E-B325C52DC827}" dt="2026-02-25T13:09:10.427" v="845"/>
          <pc:sldLayoutMkLst>
            <pc:docMk/>
            <pc:sldMasterMk cId="1196818107" sldId="2147483648"/>
            <pc:sldLayoutMk cId="2626112847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F637E-B866-4EBB-9499-A597F9D116A8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04A70-23A6-416B-BFE7-C8C81DCE7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51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4A70-23A6-416B-BFE7-C8C81DCE737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187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4A70-23A6-416B-BFE7-C8C81DCE73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3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CB202-FA44-19B5-994C-B093348E0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70E162-F139-06B4-DDF5-4B5710885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3D611-C3F4-086E-E511-2C3CF2C6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5FA7D-73A6-93FB-2F74-F5B3D040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FA257-270C-5741-55C1-05509585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00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C8F73-0711-9D40-9CAE-7E7CB4DD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A3FDDF-D699-17A6-A6FF-A750711C8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D75F38-7784-8661-DE44-0DA5160E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96C93-0FE2-56CE-8B30-4AEBD235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C42A32-5A87-B6DF-7A15-CEC8A0C5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23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8A9BA-4B6C-92D5-1F10-65F6578E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F711E9-6E8B-AB59-C620-6C8B831FD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4A9A1-F408-32BA-6220-F8CB7207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E4A60D-1E59-CD5D-8101-736E1D03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D48510-F563-8AEF-312E-11D800124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71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BA913-DE05-EFE2-0633-370B6D858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3DD139-1DE8-EC28-D3B9-27C5BEA56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6ED9D3-67CC-F3B8-1E1E-2CC4700E5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7E0E84-88C2-95E7-A8BA-43175CC1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BD6EDF-13DB-C65E-1CFE-3C83F28F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CB2C5D-8E40-78F2-3666-50195423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1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F0209-290A-AFE9-B689-942ED64CE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B935F5-7C20-3629-B7CA-9A46F34C1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73487A-356B-1DC9-0565-DCBF3B9F1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39C3DE-BF6B-F66B-0BF6-592253CAD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85A472-DC9E-CD6B-D8DD-EA73E12B4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9272AD-820C-EDC9-2A5F-046EC90E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E114D94-56AE-8ABA-433E-BCC41C66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633954-F89A-41CB-1B50-310E957F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59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6ABA0-B5BA-76ED-CDA3-9E6D531C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F583C6-6B40-8AA6-32E5-F3CC73228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01AEB6-9BE3-537C-D231-FCEDFD0E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4C1987-15CD-2C5A-9A47-B4E316DB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635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C1FE1B-9F91-34A6-2BC4-47A960D0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EBBBD6-399D-DBF8-C6E9-B4B22D70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67272F-19F3-8490-65B7-72443FF8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30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91C9E-939E-661D-ABC4-AD568DA9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66E19-29A2-D1A2-D84A-5BC0E8A30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BBC71E-8A9E-9236-2DB2-4AD10ECBD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4C4684-5514-6116-E1C7-1B8C9D2F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8A5BCE-C266-31C3-E35C-CAB43391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C26A43-EA81-3177-B174-36522324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729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0AE51-84D0-F5A6-E646-8E4F515D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A3FAC8-B548-8766-3355-222B7D333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4CF1C0-8755-74C4-7777-DB6EA75CB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9025ED-C822-8614-5D11-3BA0E9A6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4232F2-74A5-2DF7-020D-53D48B35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16D5D6-8317-C0CE-E789-19ADF85B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132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48856-E1CC-09AB-1662-B23D7DA1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E4151A-F5C2-D500-E502-34D9DADBF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921D25-BF9F-A2C6-DED6-481437A0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DD877E-16FF-FB4A-35EA-E58AFB9A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456B85-E87A-B5AE-9BF4-51D3E064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05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1149BE-B5D2-5BBC-3A85-6CCA87070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56D134-B678-F723-0482-6B22AE3CA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1294C0-BBCA-831A-84AA-70853FD6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B3A20-C00F-A703-98EC-2F3CA263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9272E7-06F4-B19A-2C4B-F047DBB3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11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E059AA-0B1C-1183-19B4-410D11F3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CC3C34-75BF-112D-2C42-58747C42B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40C01-72A7-B344-0993-AEA875B5D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6FE95-3FEE-4DAD-8DC6-060D790E0A5D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69487-070E-3A80-E413-59C764637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F13005-8C05-B5EE-AB1B-BDBA19E04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25A14-4185-4BC2-A456-0C2464B24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81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628C077-7B37-3298-D8D0-971223A7D96D}"/>
              </a:ext>
            </a:extLst>
          </p:cNvPr>
          <p:cNvSpPr txBox="1"/>
          <p:nvPr/>
        </p:nvSpPr>
        <p:spPr>
          <a:xfrm>
            <a:off x="3007242" y="467559"/>
            <a:ext cx="3891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rgbClr val="D4AF37"/>
                </a:solidFill>
                <a:effectLst>
                  <a:outerShdw blurRad="25400" dist="25400" dir="5400000" sx="101000" sy="101000" algn="t" rotWithShape="0">
                    <a:prstClr val="black">
                      <a:alpha val="70000"/>
                    </a:prst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游戏指南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BD822B0-73C8-CAA1-2A83-B691D004B6B4}"/>
              </a:ext>
            </a:extLst>
          </p:cNvPr>
          <p:cNvCxnSpPr>
            <a:cxnSpLocks/>
          </p:cNvCxnSpPr>
          <p:nvPr/>
        </p:nvCxnSpPr>
        <p:spPr>
          <a:xfrm>
            <a:off x="718583" y="1589568"/>
            <a:ext cx="8468833" cy="0"/>
          </a:xfrm>
          <a:prstGeom prst="line">
            <a:avLst/>
          </a:prstGeom>
          <a:ln w="25400">
            <a:solidFill>
              <a:srgbClr val="D4AF37"/>
            </a:solidFill>
          </a:ln>
          <a:effectLst>
            <a:outerShdw blurRad="254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图形 7">
            <a:extLst>
              <a:ext uri="{FF2B5EF4-FFF2-40B4-BE49-F238E27FC236}">
                <a16:creationId xmlns:a16="http://schemas.microsoft.com/office/drawing/2014/main" id="{DA5A2EF6-0874-17F1-8F88-A5A17ACB5CD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4354" y="3580100"/>
            <a:ext cx="2438400" cy="257485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D521C6B1-69B5-2496-D6BA-08BE8A59CFE5}"/>
              </a:ext>
            </a:extLst>
          </p:cNvPr>
          <p:cNvGrpSpPr/>
          <p:nvPr/>
        </p:nvGrpSpPr>
        <p:grpSpPr>
          <a:xfrm>
            <a:off x="2000418" y="3538102"/>
            <a:ext cx="1646273" cy="680484"/>
            <a:chOff x="2222205" y="3258879"/>
            <a:chExt cx="1646273" cy="680484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E7D56F6-2A83-08D9-1A26-B2B03D756CF3}"/>
                </a:ext>
              </a:extLst>
            </p:cNvPr>
            <p:cNvCxnSpPr/>
            <p:nvPr/>
          </p:nvCxnSpPr>
          <p:spPr>
            <a:xfrm flipH="1" flipV="1">
              <a:off x="2222205" y="3258879"/>
              <a:ext cx="345558" cy="6804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3318E7C-A6E7-9386-1334-97259A0219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2920" y="3258879"/>
              <a:ext cx="345558" cy="6804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9428AA-D1B1-F145-EDB7-B52207032410}"/>
              </a:ext>
            </a:extLst>
          </p:cNvPr>
          <p:cNvGrpSpPr/>
          <p:nvPr/>
        </p:nvGrpSpPr>
        <p:grpSpPr>
          <a:xfrm>
            <a:off x="870873" y="2997418"/>
            <a:ext cx="3905362" cy="523220"/>
            <a:chOff x="935665" y="3059987"/>
            <a:chExt cx="3905362" cy="523220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25BE015-C6A3-7503-E523-EC2FB3520E1C}"/>
                </a:ext>
              </a:extLst>
            </p:cNvPr>
            <p:cNvSpPr txBox="1"/>
            <p:nvPr/>
          </p:nvSpPr>
          <p:spPr>
            <a:xfrm>
              <a:off x="935665" y="3059987"/>
              <a:ext cx="17589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D4AF37"/>
                  </a:solidFill>
                  <a:effectLst>
                    <a:outerShdw blurRad="25400" dir="5400000" sx="101000" sy="101000" algn="t" rotWithShape="0">
                      <a:prstClr val="black">
                        <a:alpha val="40000"/>
                      </a:prstClr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rPr>
                <a:t>鼠标左键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79C02AB-31AA-2935-32D3-8E029D9864B1}"/>
                </a:ext>
              </a:extLst>
            </p:cNvPr>
            <p:cNvSpPr txBox="1"/>
            <p:nvPr/>
          </p:nvSpPr>
          <p:spPr>
            <a:xfrm>
              <a:off x="3082113" y="3059987"/>
              <a:ext cx="17589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>
                  <a:solidFill>
                    <a:srgbClr val="D4AF37"/>
                  </a:solidFill>
                  <a:effectLst>
                    <a:outerShdw blurRad="25400" dir="5400000" sx="101000" sy="101000" algn="t" rotWithShape="0">
                      <a:prstClr val="black">
                        <a:alpha val="40000"/>
                      </a:prstClr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defRPr>
              </a:lvl1pPr>
            </a:lstStyle>
            <a:p>
              <a:r>
                <a:rPr lang="zh-CN" altLang="en-US" dirty="0"/>
                <a:t>鼠标右键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C047C24-9A7A-230E-05AD-725A7F98BC9B}"/>
              </a:ext>
            </a:extLst>
          </p:cNvPr>
          <p:cNvSpPr txBox="1"/>
          <p:nvPr/>
        </p:nvSpPr>
        <p:spPr>
          <a:xfrm>
            <a:off x="787420" y="2025624"/>
            <a:ext cx="1643063" cy="1016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ts val="2400"/>
              </a:lnSpc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选中部队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>
              <a:lnSpc>
                <a:spcPts val="2400"/>
              </a:lnSpc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使用卡牌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>
              <a:lnSpc>
                <a:spcPts val="2400"/>
              </a:lnSpc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按下按钮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BE68A1-52FD-FCE6-9C07-F55C7E087E81}"/>
              </a:ext>
            </a:extLst>
          </p:cNvPr>
          <p:cNvSpPr txBox="1"/>
          <p:nvPr/>
        </p:nvSpPr>
        <p:spPr>
          <a:xfrm>
            <a:off x="2823554" y="2035607"/>
            <a:ext cx="1952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16000" indent="-216000">
              <a:lnSpc>
                <a:spcPts val="2400"/>
              </a:lnSpc>
              <a:buSzPct val="75000"/>
              <a:buFont typeface="Wingdings" panose="05000000000000000000" pitchFamily="2" charset="2"/>
              <a:buChar char="Ø"/>
              <a:defRPr sz="240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defRPr>
            </a:lvl1pPr>
          </a:lstStyle>
          <a:p>
            <a:r>
              <a:rPr lang="zh-CN" altLang="en-US" dirty="0"/>
              <a:t>选中部队后，</a:t>
            </a:r>
            <a:br>
              <a:rPr lang="en-US" altLang="zh-CN" dirty="0"/>
            </a:br>
            <a:r>
              <a:rPr lang="zh-CN" altLang="en-US" dirty="0"/>
              <a:t>选择移动或</a:t>
            </a:r>
            <a:br>
              <a:rPr lang="en-US" altLang="zh-CN" dirty="0"/>
            </a:br>
            <a:r>
              <a:rPr lang="zh-CN" altLang="en-US" dirty="0"/>
              <a:t>攻击的目标</a:t>
            </a:r>
            <a:endParaRPr lang="en-US" altLang="zh-CN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B918B72-420A-41AA-3347-B1BF62FA2318}"/>
              </a:ext>
            </a:extLst>
          </p:cNvPr>
          <p:cNvGrpSpPr/>
          <p:nvPr/>
        </p:nvGrpSpPr>
        <p:grpSpPr>
          <a:xfrm>
            <a:off x="5076066" y="2281033"/>
            <a:ext cx="4400298" cy="3703764"/>
            <a:chOff x="5391149" y="2302804"/>
            <a:chExt cx="4400298" cy="370376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E808E47-D842-E611-046A-3B4D20B10B6C}"/>
                </a:ext>
              </a:extLst>
            </p:cNvPr>
            <p:cNvSpPr/>
            <p:nvPr/>
          </p:nvSpPr>
          <p:spPr>
            <a:xfrm>
              <a:off x="5391151" y="2302804"/>
              <a:ext cx="776287" cy="776287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spc="100" dirty="0">
                  <a:solidFill>
                    <a:srgbClr val="D4AF37"/>
                  </a:solidFill>
                  <a:effectLst>
                    <a:outerShdw blurRad="50800" dist="12700" dir="5400000" sx="101000" sy="101000" algn="t" rotWithShape="0">
                      <a:schemeClr val="bg1">
                        <a:lumMod val="75000"/>
                        <a:alpha val="40000"/>
                      </a:schemeClr>
                    </a:outerShdw>
                  </a:effectLst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Esc</a:t>
              </a:r>
              <a:endParaRPr lang="zh-CN" altLang="en-US" sz="2000" b="1" spc="100" dirty="0">
                <a:solidFill>
                  <a:srgbClr val="D4AF37"/>
                </a:solidFill>
                <a:effectLst>
                  <a:outerShdw blurRad="50800" dist="12700" dir="5400000" sx="101000" sy="101000" algn="t" rotWithShape="0">
                    <a:schemeClr val="bg1">
                      <a:lumMod val="75000"/>
                      <a:alpha val="40000"/>
                    </a:schemeClr>
                  </a:outerShdw>
                </a:effectLst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9262EC5-3AAC-2F1C-D91E-0DC2396C59F6}"/>
                </a:ext>
              </a:extLst>
            </p:cNvPr>
            <p:cNvSpPr/>
            <p:nvPr/>
          </p:nvSpPr>
          <p:spPr>
            <a:xfrm>
              <a:off x="5391150" y="3278630"/>
              <a:ext cx="776287" cy="776287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rmAutofit/>
            </a:bodyPr>
            <a:lstStyle/>
            <a:p>
              <a:pPr algn="ctr"/>
              <a:r>
                <a:rPr lang="en-US" altLang="zh-CN" sz="2000" b="1" spc="-50" dirty="0">
                  <a:solidFill>
                    <a:srgbClr val="D4AF37"/>
                  </a:solidFill>
                  <a:effectLst>
                    <a:outerShdw blurRad="50800" dist="12700" dir="5400000" sx="101000" sy="101000" algn="t" rotWithShape="0">
                      <a:schemeClr val="bg1">
                        <a:lumMod val="75000"/>
                        <a:alpha val="40000"/>
                      </a:schemeClr>
                    </a:outerShdw>
                  </a:effectLst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Enter</a:t>
              </a:r>
              <a:endParaRPr lang="zh-CN" altLang="en-US" sz="2000" b="1" spc="-50" dirty="0">
                <a:solidFill>
                  <a:srgbClr val="D4AF37"/>
                </a:solidFill>
                <a:effectLst>
                  <a:outerShdw blurRad="50800" dist="12700" dir="5400000" sx="101000" sy="101000" algn="t" rotWithShape="0">
                    <a:schemeClr val="bg1">
                      <a:lumMod val="75000"/>
                      <a:alpha val="40000"/>
                    </a:schemeClr>
                  </a:outerShdw>
                </a:effectLst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A4E143EB-993C-A5B0-E6D9-965E0B40CD04}"/>
                </a:ext>
              </a:extLst>
            </p:cNvPr>
            <p:cNvSpPr/>
            <p:nvPr/>
          </p:nvSpPr>
          <p:spPr>
            <a:xfrm>
              <a:off x="5391149" y="4254456"/>
              <a:ext cx="776287" cy="776287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b="1" dirty="0">
                  <a:solidFill>
                    <a:srgbClr val="D4AF37"/>
                  </a:solidFill>
                  <a:effectLst>
                    <a:outerShdw blurRad="50800" dist="12700" dir="5400000" sx="101000" sy="101000" algn="t" rotWithShape="0">
                      <a:schemeClr val="bg1">
                        <a:lumMod val="75000"/>
                        <a:alpha val="40000"/>
                      </a:schemeClr>
                    </a:outerShdw>
                  </a:effectLst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F11</a:t>
              </a:r>
              <a:endParaRPr lang="zh-CN" altLang="en-US" sz="2000" b="1" dirty="0">
                <a:solidFill>
                  <a:srgbClr val="D4AF37"/>
                </a:solidFill>
                <a:effectLst>
                  <a:outerShdw blurRad="50800" dist="12700" dir="5400000" sx="101000" sy="101000" algn="t" rotWithShape="0">
                    <a:schemeClr val="bg1">
                      <a:lumMod val="75000"/>
                      <a:alpha val="40000"/>
                    </a:schemeClr>
                  </a:outerShdw>
                </a:effectLst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FF9A703-4643-39A0-7DA4-B39A737FD819}"/>
                </a:ext>
              </a:extLst>
            </p:cNvPr>
            <p:cNvSpPr/>
            <p:nvPr/>
          </p:nvSpPr>
          <p:spPr>
            <a:xfrm>
              <a:off x="5391149" y="5230281"/>
              <a:ext cx="776287" cy="776287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spc="100" dirty="0">
                  <a:solidFill>
                    <a:srgbClr val="D4AF37"/>
                  </a:solidFill>
                  <a:effectLst>
                    <a:outerShdw blurRad="50800" dist="12700" dir="5400000" sx="101000" sy="101000" algn="t" rotWithShape="0">
                      <a:schemeClr val="bg1">
                        <a:lumMod val="75000"/>
                        <a:alpha val="40000"/>
                      </a:schemeClr>
                    </a:outerShdw>
                  </a:effectLst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~</a:t>
              </a:r>
              <a:endParaRPr lang="zh-CN" altLang="en-US" sz="2000" b="1" spc="100" dirty="0">
                <a:solidFill>
                  <a:srgbClr val="D4AF37"/>
                </a:solidFill>
                <a:effectLst>
                  <a:outerShdw blurRad="50800" dist="12700" dir="5400000" sx="101000" sy="101000" algn="t" rotWithShape="0">
                    <a:schemeClr val="bg1">
                      <a:lumMod val="75000"/>
                      <a:alpha val="40000"/>
                    </a:schemeClr>
                  </a:outerShdw>
                </a:effectLst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BED0C44-1C91-5804-E37B-3A6D9503A0B4}"/>
                </a:ext>
              </a:extLst>
            </p:cNvPr>
            <p:cNvSpPr txBox="1"/>
            <p:nvPr/>
          </p:nvSpPr>
          <p:spPr>
            <a:xfrm>
              <a:off x="6278714" y="2460114"/>
              <a:ext cx="25296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6000" indent="-216000" fontAlgn="ctr">
                <a:buSzPct val="75000"/>
                <a:buFont typeface="Wingdings" panose="05000000000000000000" pitchFamily="2" charset="2"/>
                <a:buChar char="Ø"/>
              </a:pPr>
              <a:r>
                <a:rPr lang="zh-CN" altLang="en-US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取消选择</a:t>
              </a:r>
              <a:endParaRPr lang="en-US" altLang="zh-CN" sz="24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9873D65-C79A-8635-352E-11D384FA5014}"/>
                </a:ext>
              </a:extLst>
            </p:cNvPr>
            <p:cNvSpPr txBox="1"/>
            <p:nvPr/>
          </p:nvSpPr>
          <p:spPr>
            <a:xfrm>
              <a:off x="6278714" y="3251274"/>
              <a:ext cx="351273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6000" indent="-216000" fontAlgn="ctr">
                <a:buSzPct val="75000"/>
                <a:buFont typeface="Wingdings" panose="05000000000000000000" pitchFamily="2" charset="2"/>
                <a:buChar char="Ø"/>
              </a:pPr>
              <a:r>
                <a:rPr lang="zh-CN" altLang="en-US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无需选中单位的锦囊卡，</a:t>
              </a:r>
              <a:br>
                <a:rPr lang="en-US" altLang="zh-CN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</a:br>
              <a:r>
                <a:rPr lang="zh-CN" altLang="en-US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按</a:t>
              </a:r>
              <a:r>
                <a:rPr lang="en-US" altLang="zh-CN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Enter</a:t>
              </a:r>
              <a:r>
                <a:rPr lang="zh-CN" altLang="en-US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生效</a:t>
              </a:r>
              <a:endParaRPr lang="en-US" altLang="zh-CN" sz="24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70663BE-90AD-431E-3AAD-68B54884FE62}"/>
                </a:ext>
              </a:extLst>
            </p:cNvPr>
            <p:cNvSpPr txBox="1"/>
            <p:nvPr/>
          </p:nvSpPr>
          <p:spPr>
            <a:xfrm>
              <a:off x="6278714" y="4411766"/>
              <a:ext cx="29309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6000" indent="-216000" fontAlgn="ctr">
                <a:buSzPct val="75000"/>
                <a:buFont typeface="Wingdings" panose="05000000000000000000" pitchFamily="2" charset="2"/>
                <a:buChar char="Ø"/>
              </a:pPr>
              <a:r>
                <a:rPr lang="zh-CN" altLang="en-US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切换全屏</a:t>
              </a:r>
              <a:r>
                <a:rPr lang="en-US" altLang="zh-CN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/</a:t>
              </a:r>
              <a:r>
                <a:rPr lang="zh-CN" altLang="en-US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窗口模式</a:t>
              </a:r>
              <a:endParaRPr lang="en-US" altLang="zh-CN" sz="24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A6CEB0E-50DB-192B-128D-1E3EC0E1A1AF}"/>
                </a:ext>
              </a:extLst>
            </p:cNvPr>
            <p:cNvSpPr txBox="1"/>
            <p:nvPr/>
          </p:nvSpPr>
          <p:spPr>
            <a:xfrm>
              <a:off x="6278714" y="5387591"/>
              <a:ext cx="27162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6000" indent="-216000" fontAlgn="ctr">
                <a:buSzPct val="75000"/>
                <a:buFont typeface="Wingdings" panose="05000000000000000000" pitchFamily="2" charset="2"/>
                <a:buChar char="Ø"/>
              </a:pPr>
              <a:r>
                <a:rPr lang="zh-CN" altLang="en-US" sz="2400" spc="-100" dirty="0">
                  <a:solidFill>
                    <a:schemeClr val="bg2">
                      <a:lumMod val="25000"/>
                    </a:schemeClr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rPr>
                <a:t>打开控制台</a:t>
              </a:r>
              <a:endParaRPr lang="en-US" altLang="zh-CN" sz="24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329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EDD93E-591C-8B3E-6F5C-EBE9165C6AFB}"/>
              </a:ext>
            </a:extLst>
          </p:cNvPr>
          <p:cNvSpPr txBox="1"/>
          <p:nvPr/>
        </p:nvSpPr>
        <p:spPr>
          <a:xfrm>
            <a:off x="761429" y="1090477"/>
            <a:ext cx="7825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 fontAlgn="ctr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游戏中，可以通过图标快速理解形势。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您也可以将鼠标放置在图标上，查询图标的含义和效果。</a:t>
            </a:r>
            <a:endParaRPr lang="en-US" altLang="zh-CN" sz="2400" dirty="0">
              <a:solidFill>
                <a:srgbClr val="5FBF7F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815ACE3-BE74-2996-2334-AB76D3E414BD}"/>
              </a:ext>
            </a:extLst>
          </p:cNvPr>
          <p:cNvGrpSpPr/>
          <p:nvPr/>
        </p:nvGrpSpPr>
        <p:grpSpPr>
          <a:xfrm>
            <a:off x="1680826" y="4567194"/>
            <a:ext cx="6544348" cy="1080000"/>
            <a:chOff x="1630489" y="4567194"/>
            <a:chExt cx="6544348" cy="1080000"/>
          </a:xfrm>
        </p:grpSpPr>
        <p:pic>
          <p:nvPicPr>
            <p:cNvPr id="15" name="图片 14" descr="图标&#10;&#10;AI 生成的内容可能不正确。">
              <a:extLst>
                <a:ext uri="{FF2B5EF4-FFF2-40B4-BE49-F238E27FC236}">
                  <a16:creationId xmlns:a16="http://schemas.microsoft.com/office/drawing/2014/main" id="{3170FEF2-EA61-41A7-3F1D-2AE082321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0489" y="4567194"/>
              <a:ext cx="1080000" cy="1080000"/>
            </a:xfrm>
            <a:prstGeom prst="rect">
              <a:avLst/>
            </a:prstGeom>
          </p:spPr>
        </p:pic>
        <p:pic>
          <p:nvPicPr>
            <p:cNvPr id="17" name="图片 16" descr="图标&#10;&#10;AI 生成的内容可能不正确。">
              <a:extLst>
                <a:ext uri="{FF2B5EF4-FFF2-40B4-BE49-F238E27FC236}">
                  <a16:creationId xmlns:a16="http://schemas.microsoft.com/office/drawing/2014/main" id="{021C7010-0016-2A80-00F1-A753D06A2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24" y="4567194"/>
              <a:ext cx="1080000" cy="1080000"/>
            </a:xfrm>
            <a:prstGeom prst="rect">
              <a:avLst/>
            </a:prstGeom>
          </p:spPr>
        </p:pic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EAEAF18-BA8D-2D99-5604-2966D1E0206E}"/>
                </a:ext>
              </a:extLst>
            </p:cNvPr>
            <p:cNvGrpSpPr/>
            <p:nvPr/>
          </p:nvGrpSpPr>
          <p:grpSpPr>
            <a:xfrm>
              <a:off x="5022959" y="5164234"/>
              <a:ext cx="1267821" cy="0"/>
              <a:chOff x="5506451" y="5222713"/>
              <a:chExt cx="1267821" cy="0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271F82B-6E8D-9225-CFF6-050C92EEB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6451" y="5222713"/>
                <a:ext cx="1267821" cy="0"/>
              </a:xfrm>
              <a:prstGeom prst="line">
                <a:avLst/>
              </a:prstGeom>
              <a:ln w="203200">
                <a:solidFill>
                  <a:srgbClr val="1E507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403B756-BE55-5DF7-8E8F-749DDFEF66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6451" y="5222713"/>
                <a:ext cx="1267821" cy="0"/>
              </a:xfrm>
              <a:prstGeom prst="line">
                <a:avLst/>
              </a:prstGeom>
              <a:ln w="127000">
                <a:solidFill>
                  <a:srgbClr val="ADD8E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E01FCC33-87D1-2D8B-ED95-238D1958BE50}"/>
                </a:ext>
              </a:extLst>
            </p:cNvPr>
            <p:cNvGrpSpPr/>
            <p:nvPr/>
          </p:nvGrpSpPr>
          <p:grpSpPr>
            <a:xfrm>
              <a:off x="6907016" y="5164234"/>
              <a:ext cx="1267821" cy="0"/>
              <a:chOff x="7019879" y="5318406"/>
              <a:chExt cx="1267821" cy="0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07EAC39-074F-4CA2-8027-05679991FB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19879" y="5318406"/>
                <a:ext cx="1267821" cy="0"/>
              </a:xfrm>
              <a:prstGeom prst="line">
                <a:avLst/>
              </a:prstGeom>
              <a:ln w="203200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1E5CCF93-28CF-117D-5FFE-0B3DBC06FE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19879" y="5318406"/>
                <a:ext cx="1267821" cy="0"/>
              </a:xfrm>
              <a:prstGeom prst="line">
                <a:avLst/>
              </a:prstGeom>
              <a:ln w="127000">
                <a:solidFill>
                  <a:srgbClr val="78007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DB9DCA6-3D64-B501-4841-198403166B28}"/>
              </a:ext>
            </a:extLst>
          </p:cNvPr>
          <p:cNvGrpSpPr/>
          <p:nvPr/>
        </p:nvGrpSpPr>
        <p:grpSpPr>
          <a:xfrm>
            <a:off x="877246" y="2648706"/>
            <a:ext cx="8151509" cy="3481848"/>
            <a:chOff x="877245" y="2648706"/>
            <a:chExt cx="8151509" cy="3481848"/>
          </a:xfrm>
        </p:grpSpPr>
        <p:pic>
          <p:nvPicPr>
            <p:cNvPr id="7" name="图片 6" descr="形状&#10;&#10;AI 生成的内容可能不正确。">
              <a:extLst>
                <a:ext uri="{FF2B5EF4-FFF2-40B4-BE49-F238E27FC236}">
                  <a16:creationId xmlns:a16="http://schemas.microsoft.com/office/drawing/2014/main" id="{6EA9CE87-EE4B-B8A9-D75B-AADF35C7D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245" y="2648706"/>
              <a:ext cx="1080000" cy="1080000"/>
            </a:xfrm>
            <a:prstGeom prst="rect">
              <a:avLst/>
            </a:prstGeom>
          </p:spPr>
        </p:pic>
        <p:pic>
          <p:nvPicPr>
            <p:cNvPr id="26" name="图片 25" descr="图片包含 游戏机, 黑暗, 男人, 桌子&#10;&#10;AI 生成的内容可能不正确。">
              <a:extLst>
                <a:ext uri="{FF2B5EF4-FFF2-40B4-BE49-F238E27FC236}">
                  <a16:creationId xmlns:a16="http://schemas.microsoft.com/office/drawing/2014/main" id="{9529F089-D64D-F90D-8F20-0B37A8FED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5830" y="2648706"/>
              <a:ext cx="1080000" cy="1080000"/>
            </a:xfrm>
            <a:prstGeom prst="rect">
              <a:avLst/>
            </a:prstGeom>
          </p:spPr>
        </p:pic>
        <p:pic>
          <p:nvPicPr>
            <p:cNvPr id="28" name="图片 27" descr="图标&#10;&#10;AI 生成的内容可能不正确。">
              <a:extLst>
                <a:ext uri="{FF2B5EF4-FFF2-40B4-BE49-F238E27FC236}">
                  <a16:creationId xmlns:a16="http://schemas.microsoft.com/office/drawing/2014/main" id="{46E949FB-FB68-5D21-B6B3-57F1A52BA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1585" y="2648706"/>
              <a:ext cx="1080000" cy="1080000"/>
            </a:xfrm>
            <a:prstGeom prst="rect">
              <a:avLst/>
            </a:prstGeom>
          </p:spPr>
        </p:pic>
        <p:pic>
          <p:nvPicPr>
            <p:cNvPr id="30" name="图片 29" descr="形状&#10;&#10;AI 生成的内容可能不正确。">
              <a:extLst>
                <a:ext uri="{FF2B5EF4-FFF2-40B4-BE49-F238E27FC236}">
                  <a16:creationId xmlns:a16="http://schemas.microsoft.com/office/drawing/2014/main" id="{3FFF9ABD-A1D2-BF1D-BC07-DD62E3885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4415" y="2648706"/>
              <a:ext cx="1080000" cy="1080000"/>
            </a:xfrm>
            <a:prstGeom prst="rect">
              <a:avLst/>
            </a:prstGeom>
          </p:spPr>
        </p:pic>
        <p:pic>
          <p:nvPicPr>
            <p:cNvPr id="32" name="图片 31" descr="图标&#10;&#10;AI 生成的内容可能不正确。">
              <a:extLst>
                <a:ext uri="{FF2B5EF4-FFF2-40B4-BE49-F238E27FC236}">
                  <a16:creationId xmlns:a16="http://schemas.microsoft.com/office/drawing/2014/main" id="{C79AB7D4-7A74-B009-7A69-DD5EC1EDD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0169" y="2648706"/>
              <a:ext cx="1080000" cy="1080000"/>
            </a:xfrm>
            <a:prstGeom prst="rect">
              <a:avLst/>
            </a:prstGeom>
          </p:spPr>
        </p:pic>
        <p:pic>
          <p:nvPicPr>
            <p:cNvPr id="34" name="图片 33" descr="箭头&#10;&#10;AI 生成的内容可能不正确。">
              <a:extLst>
                <a:ext uri="{FF2B5EF4-FFF2-40B4-BE49-F238E27FC236}">
                  <a16:creationId xmlns:a16="http://schemas.microsoft.com/office/drawing/2014/main" id="{F6A0AB90-10C9-3B12-BDBD-246C36DC7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3000" y="2648706"/>
              <a:ext cx="1080000" cy="1080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F67A86D-9180-01E4-3C4B-60F3BC667A76}"/>
                </a:ext>
              </a:extLst>
            </p:cNvPr>
            <p:cNvSpPr txBox="1"/>
            <p:nvPr/>
          </p:nvSpPr>
          <p:spPr>
            <a:xfrm>
              <a:off x="877245" y="3728706"/>
              <a:ext cx="97287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spc="-200" dirty="0">
                  <a:solidFill>
                    <a:srgbClr val="BB9E43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弓兵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ABBE15A-6DE0-DC82-D8B6-CC677C93CFCE}"/>
                </a:ext>
              </a:extLst>
            </p:cNvPr>
            <p:cNvSpPr txBox="1"/>
            <p:nvPr/>
          </p:nvSpPr>
          <p:spPr>
            <a:xfrm>
              <a:off x="2288689" y="3728706"/>
              <a:ext cx="97287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spc="-200" dirty="0">
                  <a:solidFill>
                    <a:srgbClr val="BB9E43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骑兵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9248E19-F018-23DA-5F73-05C57EE5F619}"/>
                </a:ext>
              </a:extLst>
            </p:cNvPr>
            <p:cNvSpPr txBox="1"/>
            <p:nvPr/>
          </p:nvSpPr>
          <p:spPr>
            <a:xfrm>
              <a:off x="3642475" y="3728706"/>
              <a:ext cx="97287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spc="-200" dirty="0">
                  <a:solidFill>
                    <a:srgbClr val="BB9E43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步兵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D9FC353-8A8E-49C5-497A-EDC1A0E68D52}"/>
                </a:ext>
              </a:extLst>
            </p:cNvPr>
            <p:cNvSpPr txBox="1"/>
            <p:nvPr/>
          </p:nvSpPr>
          <p:spPr>
            <a:xfrm>
              <a:off x="4639384" y="3725384"/>
              <a:ext cx="164817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spc="-200" dirty="0">
                  <a:solidFill>
                    <a:srgbClr val="E6766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无当飞军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C753646-9C29-CC5F-8B2A-6624991C5F2E}"/>
                </a:ext>
              </a:extLst>
            </p:cNvPr>
            <p:cNvSpPr txBox="1"/>
            <p:nvPr/>
          </p:nvSpPr>
          <p:spPr>
            <a:xfrm>
              <a:off x="6027499" y="3725384"/>
              <a:ext cx="164817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srgbClr val="4F86D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虎豹骑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856685F-9E84-B45C-ACF5-5530522AB1E8}"/>
                </a:ext>
              </a:extLst>
            </p:cNvPr>
            <p:cNvSpPr txBox="1"/>
            <p:nvPr/>
          </p:nvSpPr>
          <p:spPr>
            <a:xfrm>
              <a:off x="7380583" y="3725384"/>
              <a:ext cx="164817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srgbClr val="5FBF7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解烦兵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67FB685-2A03-6A69-CE3E-A16D0C839C53}"/>
                </a:ext>
              </a:extLst>
            </p:cNvPr>
            <p:cNvSpPr txBox="1"/>
            <p:nvPr/>
          </p:nvSpPr>
          <p:spPr>
            <a:xfrm>
              <a:off x="1734386" y="5576556"/>
              <a:ext cx="97287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spc="-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城市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294AEFA-F426-8E2B-4DD2-4C73CA42C426}"/>
                </a:ext>
              </a:extLst>
            </p:cNvPr>
            <p:cNvSpPr txBox="1"/>
            <p:nvPr/>
          </p:nvSpPr>
          <p:spPr>
            <a:xfrm>
              <a:off x="3430621" y="5576556"/>
              <a:ext cx="97287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spc="-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山地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0230C0A-9F6D-A956-FC95-556F5BC9A0DD}"/>
                </a:ext>
              </a:extLst>
            </p:cNvPr>
            <p:cNvSpPr txBox="1"/>
            <p:nvPr/>
          </p:nvSpPr>
          <p:spPr>
            <a:xfrm>
              <a:off x="5220766" y="5576556"/>
              <a:ext cx="97287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spc="-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河流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D586277-D373-7B31-4F63-2A92EF3DB1E3}"/>
                </a:ext>
              </a:extLst>
            </p:cNvPr>
            <p:cNvSpPr txBox="1"/>
            <p:nvPr/>
          </p:nvSpPr>
          <p:spPr>
            <a:xfrm>
              <a:off x="6653281" y="5576556"/>
              <a:ext cx="187596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spc="-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禁止通行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F3398B6-70F6-3BF7-04A2-65A438591288}"/>
              </a:ext>
            </a:extLst>
          </p:cNvPr>
          <p:cNvSpPr txBox="1"/>
          <p:nvPr/>
        </p:nvSpPr>
        <p:spPr>
          <a:xfrm>
            <a:off x="6801804" y="628812"/>
            <a:ext cx="2805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rgbClr val="D4AF37"/>
                </a:solidFill>
                <a:effectLst>
                  <a:outerShdw blurRad="25400" dist="12700" dir="5400000" sx="102000" sy="102000" algn="t" rotWithShape="0">
                    <a:srgbClr val="C7B299">
                      <a:alpha val="8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图标</a:t>
            </a:r>
          </a:p>
        </p:txBody>
      </p:sp>
    </p:spTree>
    <p:extLst>
      <p:ext uri="{BB962C8B-B14F-4D97-AF65-F5344CB8AC3E}">
        <p14:creationId xmlns:p14="http://schemas.microsoft.com/office/powerpoint/2010/main" val="63689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6CDA20-C79D-52CB-ECFB-DE2C2247E380}"/>
              </a:ext>
            </a:extLst>
          </p:cNvPr>
          <p:cNvSpPr txBox="1"/>
          <p:nvPr/>
        </p:nvSpPr>
        <p:spPr>
          <a:xfrm>
            <a:off x="729215" y="2344610"/>
            <a:ext cx="7124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结束后按照</a:t>
            </a:r>
            <a:r>
              <a:rPr lang="zh-CN" altLang="en-US" sz="2400" b="1" u="sng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净占领地块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计分，排名第一的获胜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普通平原、山地计</a:t>
            </a:r>
            <a:r>
              <a:rPr lang="en-US" altLang="zh-CN" sz="2400" b="1" u="sng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0.5</a:t>
            </a:r>
            <a:r>
              <a:rPr lang="zh-CN" altLang="en-US" sz="2400" b="1" u="sng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分</a:t>
            </a:r>
            <a:endParaRPr lang="en-US" altLang="zh-CN" sz="2400" b="1" u="sng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地图上有标注的重要关隘、城市计分如下：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9AC8D39-B6B6-E235-6B70-8FDB47C86F47}"/>
              </a:ext>
            </a:extLst>
          </p:cNvPr>
          <p:cNvGrpSpPr/>
          <p:nvPr/>
        </p:nvGrpSpPr>
        <p:grpSpPr>
          <a:xfrm>
            <a:off x="1541338" y="3535151"/>
            <a:ext cx="7915371" cy="2855919"/>
            <a:chOff x="872754" y="3241073"/>
            <a:chExt cx="7602813" cy="274314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19F373B-FB6C-ABB4-1611-7A504B324057}"/>
                </a:ext>
              </a:extLst>
            </p:cNvPr>
            <p:cNvGrpSpPr/>
            <p:nvPr/>
          </p:nvGrpSpPr>
          <p:grpSpPr>
            <a:xfrm>
              <a:off x="872754" y="3241073"/>
              <a:ext cx="2918637" cy="2306998"/>
              <a:chOff x="1167098" y="3698272"/>
              <a:chExt cx="2918637" cy="2306998"/>
            </a:xfrm>
          </p:grpSpPr>
          <p:sp>
            <p:nvSpPr>
              <p:cNvPr id="6" name="六边形 5">
                <a:extLst>
                  <a:ext uri="{FF2B5EF4-FFF2-40B4-BE49-F238E27FC236}">
                    <a16:creationId xmlns:a16="http://schemas.microsoft.com/office/drawing/2014/main" id="{49D85CE9-457F-39C2-2517-4964CEA5E7E1}"/>
                  </a:ext>
                </a:extLst>
              </p:cNvPr>
              <p:cNvSpPr/>
              <p:nvPr/>
            </p:nvSpPr>
            <p:spPr>
              <a:xfrm rot="5400000">
                <a:off x="1690506" y="4238777"/>
                <a:ext cx="1897344" cy="1635641"/>
              </a:xfrm>
              <a:prstGeom prst="hexagon">
                <a:avLst>
                  <a:gd name="adj" fmla="val 29865"/>
                  <a:gd name="vf" fmla="val 115470"/>
                </a:avLst>
              </a:prstGeom>
              <a:noFill/>
              <a:ln>
                <a:solidFill>
                  <a:srgbClr val="E676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 fontAlgn="ctr"/>
                <a:r>
                  <a:rPr lang="zh-CN" altLang="en-US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蜀汉</a:t>
                </a:r>
                <a:endPara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  <a:p>
                <a:pPr algn="ctr" fontAlgn="ctr"/>
                <a:endParaRPr lang="zh-CN" altLang="en-US" sz="1400" dirty="0">
                  <a:solidFill>
                    <a:srgbClr val="BB9E43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3241E8D-A009-EDDF-C134-8A7A0F4A40A7}"/>
                  </a:ext>
                </a:extLst>
              </p:cNvPr>
              <p:cNvSpPr txBox="1"/>
              <p:nvPr/>
            </p:nvSpPr>
            <p:spPr>
              <a:xfrm>
                <a:off x="2139978" y="4194828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汉中</a:t>
                </a: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CD0D7A0-25D1-F160-9643-D3E456C162C5}"/>
                  </a:ext>
                </a:extLst>
              </p:cNvPr>
              <p:cNvSpPr txBox="1"/>
              <p:nvPr/>
            </p:nvSpPr>
            <p:spPr>
              <a:xfrm>
                <a:off x="2639179" y="5144564"/>
                <a:ext cx="972879" cy="443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成都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4CB09EC-BC45-31CB-0A1A-2B0D0A519435}"/>
                  </a:ext>
                </a:extLst>
              </p:cNvPr>
              <p:cNvSpPr txBox="1"/>
              <p:nvPr/>
            </p:nvSpPr>
            <p:spPr>
              <a:xfrm>
                <a:off x="1666298" y="5144565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荆州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052C12C-DA59-7549-5310-35989253EF1F}"/>
                  </a:ext>
                </a:extLst>
              </p:cNvPr>
              <p:cNvSpPr txBox="1"/>
              <p:nvPr/>
            </p:nvSpPr>
            <p:spPr>
              <a:xfrm>
                <a:off x="1167098" y="5311850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E67662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2</a:t>
                </a:r>
                <a:endParaRPr lang="zh-CN" altLang="en-US" sz="2400" spc="-200" dirty="0">
                  <a:solidFill>
                    <a:srgbClr val="E67662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9CE8DC9-AE24-6CAD-D33C-AAD416C04424}"/>
                  </a:ext>
                </a:extLst>
              </p:cNvPr>
              <p:cNvSpPr txBox="1"/>
              <p:nvPr/>
            </p:nvSpPr>
            <p:spPr>
              <a:xfrm>
                <a:off x="3112856" y="5311850"/>
                <a:ext cx="972879" cy="443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spc="-200" dirty="0">
                    <a:solidFill>
                      <a:srgbClr val="E67662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5</a:t>
                </a:r>
                <a:endParaRPr lang="zh-CN" altLang="en-US" sz="2400" b="1" spc="-200" dirty="0">
                  <a:solidFill>
                    <a:srgbClr val="E67662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77A3E2C-50B5-C6F1-19AA-20A432403F7B}"/>
                  </a:ext>
                </a:extLst>
              </p:cNvPr>
              <p:cNvSpPr txBox="1"/>
              <p:nvPr/>
            </p:nvSpPr>
            <p:spPr>
              <a:xfrm>
                <a:off x="2139977" y="3698272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E67662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3</a:t>
                </a:r>
                <a:endParaRPr lang="zh-CN" altLang="en-US" sz="2400" spc="-200" dirty="0">
                  <a:solidFill>
                    <a:srgbClr val="E67662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82A9AA3-0D95-6E96-59C1-181EA2DD6B86}"/>
                </a:ext>
              </a:extLst>
            </p:cNvPr>
            <p:cNvGrpSpPr/>
            <p:nvPr/>
          </p:nvGrpSpPr>
          <p:grpSpPr>
            <a:xfrm>
              <a:off x="3214842" y="3241073"/>
              <a:ext cx="2918637" cy="2743146"/>
              <a:chOff x="3727773" y="3241073"/>
              <a:chExt cx="2918637" cy="2743146"/>
            </a:xfrm>
          </p:grpSpPr>
          <p:sp>
            <p:nvSpPr>
              <p:cNvPr id="15" name="六边形 14">
                <a:extLst>
                  <a:ext uri="{FF2B5EF4-FFF2-40B4-BE49-F238E27FC236}">
                    <a16:creationId xmlns:a16="http://schemas.microsoft.com/office/drawing/2014/main" id="{B08C5825-B1A6-861F-D38A-ACF6445CB3ED}"/>
                  </a:ext>
                </a:extLst>
              </p:cNvPr>
              <p:cNvSpPr/>
              <p:nvPr/>
            </p:nvSpPr>
            <p:spPr>
              <a:xfrm rot="5400000">
                <a:off x="4251181" y="3781578"/>
                <a:ext cx="1897344" cy="1635641"/>
              </a:xfrm>
              <a:prstGeom prst="hexagon">
                <a:avLst>
                  <a:gd name="adj" fmla="val 29865"/>
                  <a:gd name="vf" fmla="val 115470"/>
                </a:avLst>
              </a:prstGeom>
              <a:noFill/>
              <a:ln>
                <a:solidFill>
                  <a:srgbClr val="4F86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 fontAlgn="ctr"/>
                <a:r>
                  <a:rPr lang="zh-CN" altLang="en-US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曹魏</a:t>
                </a:r>
                <a:endPara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4990AA3-14A5-7EF7-AD72-A146C37FBC7C}"/>
                  </a:ext>
                </a:extLst>
              </p:cNvPr>
              <p:cNvSpPr txBox="1"/>
              <p:nvPr/>
            </p:nvSpPr>
            <p:spPr>
              <a:xfrm>
                <a:off x="4700653" y="3737629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凉州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2C8165-A36F-A568-62B2-EC5B44EFBF0C}"/>
                  </a:ext>
                </a:extLst>
              </p:cNvPr>
              <p:cNvSpPr txBox="1"/>
              <p:nvPr/>
            </p:nvSpPr>
            <p:spPr>
              <a:xfrm>
                <a:off x="5199854" y="4687365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长安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EA26A7A-78E7-6282-31DE-DFE079C99C56}"/>
                  </a:ext>
                </a:extLst>
              </p:cNvPr>
              <p:cNvSpPr txBox="1"/>
              <p:nvPr/>
            </p:nvSpPr>
            <p:spPr>
              <a:xfrm>
                <a:off x="4226973" y="4687366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襄阳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7BCDB82-0C46-7B50-4B9C-8680B080C341}"/>
                  </a:ext>
                </a:extLst>
              </p:cNvPr>
              <p:cNvSpPr txBox="1"/>
              <p:nvPr/>
            </p:nvSpPr>
            <p:spPr>
              <a:xfrm>
                <a:off x="3727773" y="4854651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4F86D0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2</a:t>
                </a:r>
                <a:endParaRPr lang="zh-CN" altLang="en-US" sz="2400" spc="-200" dirty="0">
                  <a:solidFill>
                    <a:srgbClr val="4F86D0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6182AD-454F-4AFE-2566-18C430F93FF8}"/>
                  </a:ext>
                </a:extLst>
              </p:cNvPr>
              <p:cNvSpPr txBox="1"/>
              <p:nvPr/>
            </p:nvSpPr>
            <p:spPr>
              <a:xfrm>
                <a:off x="5673531" y="4854651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4F86D0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3</a:t>
                </a:r>
                <a:endParaRPr lang="zh-CN" altLang="en-US" sz="2400" spc="-200" dirty="0">
                  <a:solidFill>
                    <a:srgbClr val="4F86D0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796FB05-E08A-96AF-81DB-C526B7AB4AB4}"/>
                  </a:ext>
                </a:extLst>
              </p:cNvPr>
              <p:cNvSpPr txBox="1"/>
              <p:nvPr/>
            </p:nvSpPr>
            <p:spPr>
              <a:xfrm>
                <a:off x="4700652" y="3241073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4F86D0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2</a:t>
                </a:r>
                <a:endParaRPr lang="zh-CN" altLang="en-US" sz="2400" spc="-200" dirty="0">
                  <a:solidFill>
                    <a:srgbClr val="4F86D0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C633F9F-015C-5102-C3F9-A6FC0CBBA5AF}"/>
                  </a:ext>
                </a:extLst>
              </p:cNvPr>
              <p:cNvSpPr txBox="1"/>
              <p:nvPr/>
            </p:nvSpPr>
            <p:spPr>
              <a:xfrm>
                <a:off x="4226973" y="4097363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幽州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C8438E7-68EB-CFE7-DF3E-FB70E335E58C}"/>
                  </a:ext>
                </a:extLst>
              </p:cNvPr>
              <p:cNvSpPr txBox="1"/>
              <p:nvPr/>
            </p:nvSpPr>
            <p:spPr>
              <a:xfrm>
                <a:off x="4700651" y="4996099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合肥</a:t>
                </a: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DDFEC4B-CABD-0C07-702D-A8021D8AC839}"/>
                  </a:ext>
                </a:extLst>
              </p:cNvPr>
              <p:cNvSpPr txBox="1"/>
              <p:nvPr/>
            </p:nvSpPr>
            <p:spPr>
              <a:xfrm>
                <a:off x="5187091" y="4085066"/>
                <a:ext cx="972879" cy="443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洛阳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5C45963-7B9D-2E66-09B3-CCE33049553F}"/>
                  </a:ext>
                </a:extLst>
              </p:cNvPr>
              <p:cNvSpPr txBox="1"/>
              <p:nvPr/>
            </p:nvSpPr>
            <p:spPr>
              <a:xfrm>
                <a:off x="3727773" y="3881558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4F86D0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2</a:t>
                </a:r>
                <a:endParaRPr lang="zh-CN" altLang="en-US" sz="2400" spc="-200" dirty="0">
                  <a:solidFill>
                    <a:srgbClr val="4F86D0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28F5FDA-235E-9AAB-F2EC-5B8090A5CE18}"/>
                  </a:ext>
                </a:extLst>
              </p:cNvPr>
              <p:cNvSpPr txBox="1"/>
              <p:nvPr/>
            </p:nvSpPr>
            <p:spPr>
              <a:xfrm>
                <a:off x="5673529" y="3878263"/>
                <a:ext cx="972879" cy="443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spc="-200" dirty="0">
                    <a:solidFill>
                      <a:srgbClr val="4F86D0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5</a:t>
                </a:r>
                <a:endParaRPr lang="zh-CN" altLang="en-US" sz="2400" b="1" spc="-200" dirty="0">
                  <a:solidFill>
                    <a:srgbClr val="4F86D0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275D169-2A87-69F9-CDCA-51F9FD405EBF}"/>
                  </a:ext>
                </a:extLst>
              </p:cNvPr>
              <p:cNvSpPr txBox="1"/>
              <p:nvPr/>
            </p:nvSpPr>
            <p:spPr>
              <a:xfrm>
                <a:off x="4700650" y="5522554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4F86D0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2</a:t>
                </a:r>
                <a:endParaRPr lang="zh-CN" altLang="en-US" sz="2400" spc="-200" dirty="0">
                  <a:solidFill>
                    <a:srgbClr val="4F86D0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5D5221B-8903-3B5B-D178-BA7D488B04EF}"/>
                </a:ext>
              </a:extLst>
            </p:cNvPr>
            <p:cNvGrpSpPr/>
            <p:nvPr/>
          </p:nvGrpSpPr>
          <p:grpSpPr>
            <a:xfrm>
              <a:off x="5556930" y="3241073"/>
              <a:ext cx="2918637" cy="2306998"/>
              <a:chOff x="1167098" y="3698272"/>
              <a:chExt cx="2918637" cy="2306998"/>
            </a:xfrm>
          </p:grpSpPr>
          <p:sp>
            <p:nvSpPr>
              <p:cNvPr id="30" name="六边形 29">
                <a:extLst>
                  <a:ext uri="{FF2B5EF4-FFF2-40B4-BE49-F238E27FC236}">
                    <a16:creationId xmlns:a16="http://schemas.microsoft.com/office/drawing/2014/main" id="{43532AA7-07F8-DA24-A098-20DBA7B24FE4}"/>
                  </a:ext>
                </a:extLst>
              </p:cNvPr>
              <p:cNvSpPr/>
              <p:nvPr/>
            </p:nvSpPr>
            <p:spPr>
              <a:xfrm rot="5400000">
                <a:off x="1690506" y="4238777"/>
                <a:ext cx="1897344" cy="1635641"/>
              </a:xfrm>
              <a:prstGeom prst="hexagon">
                <a:avLst>
                  <a:gd name="adj" fmla="val 29865"/>
                  <a:gd name="vf" fmla="val 115470"/>
                </a:avLst>
              </a:prstGeom>
              <a:noFill/>
              <a:ln>
                <a:solidFill>
                  <a:srgbClr val="5FBF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 fontAlgn="ctr"/>
                <a:r>
                  <a:rPr lang="zh-CN" altLang="en-US" sz="3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孙吴</a:t>
                </a:r>
                <a:endPara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  <a:p>
                <a:pPr algn="ctr" fontAlgn="ctr"/>
                <a:endParaRPr lang="zh-CN" altLang="en-US" sz="1400" dirty="0">
                  <a:solidFill>
                    <a:srgbClr val="BB9E43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C7A2A54-67B7-BB77-6F7B-F0F84C544486}"/>
                  </a:ext>
                </a:extLst>
              </p:cNvPr>
              <p:cNvSpPr txBox="1"/>
              <p:nvPr/>
            </p:nvSpPr>
            <p:spPr>
              <a:xfrm>
                <a:off x="2139978" y="4194828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武昌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257DA43-0BE5-B9C9-66E6-6E3DF6142799}"/>
                  </a:ext>
                </a:extLst>
              </p:cNvPr>
              <p:cNvSpPr txBox="1"/>
              <p:nvPr/>
            </p:nvSpPr>
            <p:spPr>
              <a:xfrm>
                <a:off x="2639179" y="5144564"/>
                <a:ext cx="972879" cy="443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建业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D959281-9E29-16C2-C208-D6DF604314FD}"/>
                  </a:ext>
                </a:extLst>
              </p:cNvPr>
              <p:cNvSpPr txBox="1"/>
              <p:nvPr/>
            </p:nvSpPr>
            <p:spPr>
              <a:xfrm>
                <a:off x="1666298" y="5144565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-200" dirty="0">
                    <a:solidFill>
                      <a:srgbClr val="BB9E43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长沙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8C646B3-4D44-54D7-B107-474771CDACB8}"/>
                  </a:ext>
                </a:extLst>
              </p:cNvPr>
              <p:cNvSpPr txBox="1"/>
              <p:nvPr/>
            </p:nvSpPr>
            <p:spPr>
              <a:xfrm>
                <a:off x="1167098" y="5311850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5FBF7F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2</a:t>
                </a:r>
                <a:endParaRPr lang="zh-CN" altLang="en-US" sz="2400" spc="-200" dirty="0">
                  <a:solidFill>
                    <a:srgbClr val="5FBF7F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26CEFF6-0354-3797-2D37-354014D4E2C1}"/>
                  </a:ext>
                </a:extLst>
              </p:cNvPr>
              <p:cNvSpPr txBox="1"/>
              <p:nvPr/>
            </p:nvSpPr>
            <p:spPr>
              <a:xfrm>
                <a:off x="3112856" y="5311850"/>
                <a:ext cx="972879" cy="443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spc="-200" dirty="0">
                    <a:solidFill>
                      <a:srgbClr val="5FBF7F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5</a:t>
                </a:r>
                <a:endParaRPr lang="zh-CN" altLang="en-US" sz="2400" b="1" spc="-200" dirty="0">
                  <a:solidFill>
                    <a:srgbClr val="5FBF7F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1956D84-DBAB-367B-E9AA-A9FFF1D06AD9}"/>
                  </a:ext>
                </a:extLst>
              </p:cNvPr>
              <p:cNvSpPr txBox="1"/>
              <p:nvPr/>
            </p:nvSpPr>
            <p:spPr>
              <a:xfrm>
                <a:off x="2139977" y="3698272"/>
                <a:ext cx="9728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spc="-200" dirty="0">
                    <a:solidFill>
                      <a:srgbClr val="5FBF7F"/>
                    </a:solidFill>
                    <a:latin typeface="方正苏新诗柳楷简体" panose="02000000000000000000" pitchFamily="2" charset="-122"/>
                    <a:ea typeface="方正苏新诗柳楷简体" panose="02000000000000000000" pitchFamily="2" charset="-122"/>
                  </a:rPr>
                  <a:t>2</a:t>
                </a:r>
                <a:endParaRPr lang="zh-CN" altLang="en-US" sz="2400" spc="-200" dirty="0">
                  <a:solidFill>
                    <a:srgbClr val="5FBF7F"/>
                  </a:solidFill>
                  <a:latin typeface="方正苏新诗柳楷简体" panose="02000000000000000000" pitchFamily="2" charset="-122"/>
                  <a:ea typeface="方正苏新诗柳楷简体" panose="02000000000000000000" pitchFamily="2" charset="-122"/>
                </a:endParaRPr>
              </a:p>
            </p:txBody>
          </p:sp>
        </p:grp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647FF711-FB28-404D-1248-ECDBDAB2895A}"/>
              </a:ext>
            </a:extLst>
          </p:cNvPr>
          <p:cNvSpPr txBox="1"/>
          <p:nvPr/>
        </p:nvSpPr>
        <p:spPr>
          <a:xfrm>
            <a:off x="5499021" y="857615"/>
            <a:ext cx="2944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民心等级达</a:t>
            </a:r>
            <a:r>
              <a:rPr lang="en-US" altLang="zh-CN" sz="2400" b="1" u="sng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5</a:t>
            </a:r>
            <a:r>
              <a:rPr lang="zh-CN" altLang="en-US" sz="2400" b="1" u="sng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级</a:t>
            </a:r>
            <a:endParaRPr lang="en-US" altLang="zh-CN" sz="2400" b="1" u="sng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且</a:t>
            </a:r>
            <a:r>
              <a:rPr lang="zh-CN" altLang="en-US" sz="2400" b="1" u="sng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同时占领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</a:t>
            </a:r>
            <a:b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400" b="1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成都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、</a:t>
            </a:r>
            <a:r>
              <a:rPr lang="zh-CN" altLang="en-US" sz="2400" b="1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洛阳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、</a:t>
            </a:r>
            <a:r>
              <a:rPr lang="zh-CN" altLang="en-US" sz="2400" b="1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建业</a:t>
            </a:r>
            <a:endParaRPr lang="en-US" altLang="zh-CN" sz="2400" b="1" dirty="0">
              <a:solidFill>
                <a:srgbClr val="5FBF7F"/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E508BD0-1098-62F7-F494-8AA70204B924}"/>
              </a:ext>
            </a:extLst>
          </p:cNvPr>
          <p:cNvGrpSpPr/>
          <p:nvPr/>
        </p:nvGrpSpPr>
        <p:grpSpPr>
          <a:xfrm>
            <a:off x="729215" y="3738192"/>
            <a:ext cx="824026" cy="2449837"/>
            <a:chOff x="786806" y="3478386"/>
            <a:chExt cx="824026" cy="2449837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4EE890E-5E7A-B45C-10D6-C78DC9677DCA}"/>
                </a:ext>
              </a:extLst>
            </p:cNvPr>
            <p:cNvGrpSpPr/>
            <p:nvPr/>
          </p:nvGrpSpPr>
          <p:grpSpPr>
            <a:xfrm>
              <a:off x="786806" y="3478386"/>
              <a:ext cx="824026" cy="83290"/>
              <a:chOff x="786807" y="3078125"/>
              <a:chExt cx="824026" cy="83290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02275663-8875-BD72-6D1A-DBDE47B79B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808" y="3078125"/>
                <a:ext cx="824025" cy="0"/>
              </a:xfrm>
              <a:prstGeom prst="line">
                <a:avLst/>
              </a:prstGeom>
              <a:ln w="57150">
                <a:solidFill>
                  <a:srgbClr val="C7B29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8E57B6A-6365-01AB-0FBD-E0F07D060F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807" y="3161415"/>
                <a:ext cx="824025" cy="0"/>
              </a:xfrm>
              <a:prstGeom prst="line">
                <a:avLst/>
              </a:prstGeom>
              <a:ln w="28575">
                <a:solidFill>
                  <a:srgbClr val="C7B29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628C8FBC-9D6B-6ED1-632F-98744DB22BF8}"/>
                </a:ext>
              </a:extLst>
            </p:cNvPr>
            <p:cNvGrpSpPr/>
            <p:nvPr/>
          </p:nvGrpSpPr>
          <p:grpSpPr>
            <a:xfrm rot="10800000">
              <a:off x="786806" y="5844933"/>
              <a:ext cx="824026" cy="83290"/>
              <a:chOff x="786807" y="3078125"/>
              <a:chExt cx="824026" cy="83290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384F04AF-E23C-6850-5FDE-1073670177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808" y="3078125"/>
                <a:ext cx="824025" cy="0"/>
              </a:xfrm>
              <a:prstGeom prst="line">
                <a:avLst/>
              </a:prstGeom>
              <a:ln w="57150">
                <a:solidFill>
                  <a:srgbClr val="C7B29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332D02CF-1AD0-2C4B-6DB2-5E5BABB85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807" y="3161415"/>
                <a:ext cx="824025" cy="0"/>
              </a:xfrm>
              <a:prstGeom prst="line">
                <a:avLst/>
              </a:prstGeom>
              <a:ln w="28575">
                <a:solidFill>
                  <a:srgbClr val="C7B29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934DE6F-A046-F45B-B98B-0C6F6C739DC0}"/>
                </a:ext>
              </a:extLst>
            </p:cNvPr>
            <p:cNvSpPr txBox="1"/>
            <p:nvPr/>
          </p:nvSpPr>
          <p:spPr>
            <a:xfrm>
              <a:off x="798710" y="3541254"/>
              <a:ext cx="800219" cy="23241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rgbClr val="C7B299"/>
                  </a:solidFill>
                  <a:effectLst>
                    <a:outerShdw blurRad="38100" dist="25400" dir="2700000" sx="101000" sy="101000" algn="tl" rotWithShape="0">
                      <a:srgbClr val="C7B299">
                        <a:alpha val="50000"/>
                      </a:srgb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一代枭雄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319E33A-0441-C628-4F52-DBF0C136F5B9}"/>
              </a:ext>
            </a:extLst>
          </p:cNvPr>
          <p:cNvGrpSpPr/>
          <p:nvPr/>
        </p:nvGrpSpPr>
        <p:grpSpPr>
          <a:xfrm>
            <a:off x="8352759" y="711457"/>
            <a:ext cx="824026" cy="2449837"/>
            <a:chOff x="786806" y="3478386"/>
            <a:chExt cx="824026" cy="2449837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D2D527AF-5DC2-F9BA-34C8-5A19597850D6}"/>
                </a:ext>
              </a:extLst>
            </p:cNvPr>
            <p:cNvGrpSpPr/>
            <p:nvPr/>
          </p:nvGrpSpPr>
          <p:grpSpPr>
            <a:xfrm>
              <a:off x="786806" y="3478386"/>
              <a:ext cx="824026" cy="83290"/>
              <a:chOff x="786807" y="3078125"/>
              <a:chExt cx="824026" cy="83290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57F4F974-5625-7D2B-1295-02254BD9B0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808" y="3078125"/>
                <a:ext cx="824025" cy="0"/>
              </a:xfrm>
              <a:prstGeom prst="line">
                <a:avLst/>
              </a:prstGeom>
              <a:ln w="57150">
                <a:solidFill>
                  <a:srgbClr val="C7B29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9A85DA7-9DDD-56D0-23F5-B0164C40CF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807" y="3161415"/>
                <a:ext cx="824025" cy="0"/>
              </a:xfrm>
              <a:prstGeom prst="line">
                <a:avLst/>
              </a:prstGeom>
              <a:ln w="28575">
                <a:solidFill>
                  <a:srgbClr val="C7B29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B3CD270-24E4-0852-1227-164820A8D999}"/>
                </a:ext>
              </a:extLst>
            </p:cNvPr>
            <p:cNvGrpSpPr/>
            <p:nvPr/>
          </p:nvGrpSpPr>
          <p:grpSpPr>
            <a:xfrm rot="10800000">
              <a:off x="786806" y="5844933"/>
              <a:ext cx="824026" cy="83290"/>
              <a:chOff x="786807" y="3078125"/>
              <a:chExt cx="824026" cy="83290"/>
            </a:xfrm>
          </p:grpSpPr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999649B1-52E6-B8A4-7A1D-3127966F50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808" y="3078125"/>
                <a:ext cx="824025" cy="0"/>
              </a:xfrm>
              <a:prstGeom prst="line">
                <a:avLst/>
              </a:prstGeom>
              <a:ln w="57150">
                <a:solidFill>
                  <a:srgbClr val="C7B29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98765AA-9440-405D-A21C-9CD22FE81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807" y="3161415"/>
                <a:ext cx="824025" cy="0"/>
              </a:xfrm>
              <a:prstGeom prst="line">
                <a:avLst/>
              </a:prstGeom>
              <a:ln w="28575">
                <a:solidFill>
                  <a:srgbClr val="C7B29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953CE2A-C892-0F8B-686F-22BC01E84ED8}"/>
                </a:ext>
              </a:extLst>
            </p:cNvPr>
            <p:cNvSpPr txBox="1"/>
            <p:nvPr/>
          </p:nvSpPr>
          <p:spPr>
            <a:xfrm>
              <a:off x="798710" y="3541254"/>
              <a:ext cx="800219" cy="23241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rgbClr val="C7B299"/>
                  </a:solidFill>
                  <a:effectLst>
                    <a:outerShdw blurRad="38100" dist="25400" dir="8100000" sx="101000" sy="101000" algn="tl" rotWithShape="0">
                      <a:srgbClr val="C7B299">
                        <a:alpha val="50000"/>
                      </a:srgb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天下归心</a:t>
              </a: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BBB61A83-3E6D-1E85-501A-F43A439384B1}"/>
              </a:ext>
            </a:extLst>
          </p:cNvPr>
          <p:cNvSpPr txBox="1"/>
          <p:nvPr/>
        </p:nvSpPr>
        <p:spPr>
          <a:xfrm>
            <a:off x="561934" y="921008"/>
            <a:ext cx="4772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D4AF37"/>
                </a:solidFill>
                <a:effectLst>
                  <a:outerShdw blurRad="25400" dist="12700" dir="5400000" sx="102000" sy="102000" algn="t" rotWithShape="0">
                    <a:srgbClr val="C7B299">
                      <a:alpha val="8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胜利结算方式</a:t>
            </a:r>
          </a:p>
        </p:txBody>
      </p:sp>
    </p:spTree>
    <p:extLst>
      <p:ext uri="{BB962C8B-B14F-4D97-AF65-F5344CB8AC3E}">
        <p14:creationId xmlns:p14="http://schemas.microsoft.com/office/powerpoint/2010/main" val="329752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86EACD2-E293-2157-F56C-46D0A96BB50D}"/>
              </a:ext>
            </a:extLst>
          </p:cNvPr>
          <p:cNvSpPr txBox="1"/>
          <p:nvPr/>
        </p:nvSpPr>
        <p:spPr>
          <a:xfrm>
            <a:off x="423624" y="530027"/>
            <a:ext cx="9299850" cy="583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lnSpc>
                <a:spcPct val="120000"/>
              </a:lnSpc>
              <a:spcAft>
                <a:spcPts val="900"/>
              </a:spcAft>
              <a:buSzPct val="75000"/>
            </a:pP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游戏分为</a:t>
            </a:r>
            <a:r>
              <a:rPr lang="en-US" altLang="zh-CN" sz="22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5</a:t>
            </a:r>
            <a:r>
              <a:rPr lang="zh-CN" altLang="en-US" sz="22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个大回合</a:t>
            </a: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，每个大回合中有</a:t>
            </a:r>
            <a:r>
              <a:rPr lang="en-US" altLang="zh-CN" sz="22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6</a:t>
            </a:r>
            <a:r>
              <a:rPr lang="zh-CN" altLang="en-US" sz="22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个小回合</a:t>
            </a: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endParaRPr lang="en-US" altLang="zh-CN" sz="22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lnSpc>
                <a:spcPct val="120000"/>
              </a:lnSpc>
              <a:spcAft>
                <a:spcPts val="9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在每个大回合开始时，可以选择本大回合</a:t>
            </a:r>
            <a:r>
              <a:rPr lang="zh-CN" altLang="en-US" sz="22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加点</a:t>
            </a: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（</a:t>
            </a:r>
            <a:r>
              <a:rPr lang="en-US" altLang="zh-CN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政治点数或</a:t>
            </a:r>
            <a:r>
              <a:rPr lang="en-US" altLang="zh-CN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民心点数）。</a:t>
            </a:r>
            <a:endParaRPr lang="en-US" altLang="zh-CN" sz="22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lnSpc>
                <a:spcPct val="120000"/>
              </a:lnSpc>
              <a:spcAft>
                <a:spcPts val="9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小回合中，行动顺序总是</a:t>
            </a:r>
            <a:r>
              <a:rPr lang="zh-CN" altLang="en-US" sz="22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蜀→吴→魏</a:t>
            </a: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；</a:t>
            </a:r>
            <a:br>
              <a:rPr lang="en-US" altLang="zh-CN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在每个玩家的小回合开始时，如果您有政治点数，则进入事件卡抽取阶段，</a:t>
            </a:r>
            <a:br>
              <a:rPr lang="en-US" altLang="zh-CN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可以抽取事件卡或选择跳过此阶段。</a:t>
            </a:r>
          </a:p>
          <a:p>
            <a:pPr marL="216000" indent="-216000" fontAlgn="ctr">
              <a:lnSpc>
                <a:spcPct val="120000"/>
              </a:lnSpc>
              <a:buSzPct val="75000"/>
              <a:buFont typeface="Wingdings" panose="05000000000000000000" pitchFamily="2" charset="2"/>
              <a:buChar char="Ø"/>
            </a:pPr>
            <a:r>
              <a:rPr lang="zh-CN" altLang="en-US" sz="22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事件卡抽取阶段结束后，在一个小回合内，您可以</a:t>
            </a:r>
            <a:r>
              <a:rPr lang="zh-CN" altLang="en-US" sz="2200" b="1" u="sng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执行以下四个动作中的一个</a:t>
            </a:r>
            <a:r>
              <a:rPr lang="zh-CN" altLang="en-US" sz="22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</a:t>
            </a:r>
          </a:p>
          <a:p>
            <a:pPr marL="576000" indent="-360000" fontAlgn="ctr">
              <a:lnSpc>
                <a:spcPct val="120000"/>
              </a:lnSpc>
              <a:buSzPct val="100000"/>
              <a:buFont typeface="+mj-ea"/>
              <a:buAutoNum type="circleNumDbPlain"/>
            </a:pPr>
            <a:r>
              <a:rPr lang="zh-CN" altLang="en-US" sz="22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消耗行动点移动一个单位（若有可以发动战斗的行动点，可以移动后攻击，但此攻击视为只有这个单位参与）。</a:t>
            </a:r>
          </a:p>
          <a:p>
            <a:pPr marL="576000" indent="-360000" fontAlgn="ctr">
              <a:lnSpc>
                <a:spcPct val="120000"/>
              </a:lnSpc>
              <a:buSzPct val="100000"/>
              <a:buFont typeface="+mj-ea"/>
              <a:buAutoNum type="circleNumDbPlain"/>
            </a:pP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发起攻击（可以选择任意多个可攻击到同一目标的单位）。</a:t>
            </a:r>
          </a:p>
          <a:p>
            <a:pPr marL="576000" indent="-360000" fontAlgn="ctr">
              <a:lnSpc>
                <a:spcPct val="120000"/>
              </a:lnSpc>
              <a:buSzPct val="100000"/>
              <a:buFont typeface="+mj-ea"/>
              <a:buAutoNum type="circleNumDbPlain"/>
            </a:pP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解除一个单位的混乱。</a:t>
            </a:r>
          </a:p>
          <a:p>
            <a:pPr marL="576000" indent="-360000" fontAlgn="ctr">
              <a:lnSpc>
                <a:spcPct val="120000"/>
              </a:lnSpc>
              <a:buSzPct val="100000"/>
              <a:buFont typeface="+mj-ea"/>
              <a:buAutoNum type="circleNumDbPlain"/>
            </a:pP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使用政治点数（可以一次使用多个）。</a:t>
            </a:r>
          </a:p>
          <a:p>
            <a:pPr marL="216000" fontAlgn="ctr">
              <a:lnSpc>
                <a:spcPct val="120000"/>
              </a:lnSpc>
              <a:spcAft>
                <a:spcPts val="900"/>
              </a:spcAft>
              <a:buSzPct val="75000"/>
            </a:pP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当您完成四个动作的其中之一后，将会进入下一个玩家的小回合。</a:t>
            </a:r>
          </a:p>
          <a:p>
            <a:pPr fontAlgn="ctr">
              <a:lnSpc>
                <a:spcPct val="120000"/>
              </a:lnSpc>
              <a:spcAft>
                <a:spcPts val="1200"/>
              </a:spcAft>
              <a:buSzPct val="75000"/>
            </a:pPr>
            <a:r>
              <a:rPr lang="zh-CN" altLang="en-US" sz="22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接下来我们将逐一讲解上述可采取的行动。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20C9DD-ED99-B8C4-F8D6-D7A92D631A23}"/>
              </a:ext>
            </a:extLst>
          </p:cNvPr>
          <p:cNvSpPr txBox="1"/>
          <p:nvPr/>
        </p:nvSpPr>
        <p:spPr>
          <a:xfrm>
            <a:off x="8373902" y="3770733"/>
            <a:ext cx="1015663" cy="260880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D4AF37"/>
                </a:solidFill>
                <a:effectLst>
                  <a:outerShdw blurRad="25400" dist="12700" dir="5400000" sx="102000" sy="102000" algn="t" rotWithShape="0">
                    <a:srgbClr val="C7B299">
                      <a:alpha val="8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规则</a:t>
            </a:r>
          </a:p>
        </p:txBody>
      </p:sp>
    </p:spTree>
    <p:extLst>
      <p:ext uri="{BB962C8B-B14F-4D97-AF65-F5344CB8AC3E}">
        <p14:creationId xmlns:p14="http://schemas.microsoft.com/office/powerpoint/2010/main" val="338494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9F83D8A-B8BF-C8BC-EB41-DF6F4E501F27}"/>
              </a:ext>
            </a:extLst>
          </p:cNvPr>
          <p:cNvSpPr txBox="1"/>
          <p:nvPr/>
        </p:nvSpPr>
        <p:spPr>
          <a:xfrm>
            <a:off x="497710" y="588413"/>
            <a:ext cx="9065934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spcAft>
                <a:spcPts val="900"/>
              </a:spcAft>
              <a:buSzPct val="75000"/>
            </a:pP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在大回合开始时，可以选择本大回合的加点，即选择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政治点数或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民心点数。</a:t>
            </a:r>
            <a:endParaRPr lang="en-US" altLang="zh-CN" sz="20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9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不同民心等级可以获得相应的技能，当处于高民心等级时，较低等级对应的技能同样可以使用。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您所持有的民心点数对应民心等级和技能如下：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47790A9-3AB0-0E76-4FCD-80FFA8BDF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238148"/>
              </p:ext>
            </p:extLst>
          </p:nvPr>
        </p:nvGraphicFramePr>
        <p:xfrm>
          <a:off x="779130" y="2082919"/>
          <a:ext cx="8503093" cy="249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023">
                  <a:extLst>
                    <a:ext uri="{9D8B030D-6E8A-4147-A177-3AD203B41FA5}">
                      <a16:colId xmlns:a16="http://schemas.microsoft.com/office/drawing/2014/main" val="1585160050"/>
                    </a:ext>
                  </a:extLst>
                </a:gridCol>
                <a:gridCol w="570023">
                  <a:extLst>
                    <a:ext uri="{9D8B030D-6E8A-4147-A177-3AD203B41FA5}">
                      <a16:colId xmlns:a16="http://schemas.microsoft.com/office/drawing/2014/main" val="121872607"/>
                    </a:ext>
                  </a:extLst>
                </a:gridCol>
                <a:gridCol w="1026042">
                  <a:extLst>
                    <a:ext uri="{9D8B030D-6E8A-4147-A177-3AD203B41FA5}">
                      <a16:colId xmlns:a16="http://schemas.microsoft.com/office/drawing/2014/main" val="2309546673"/>
                    </a:ext>
                  </a:extLst>
                </a:gridCol>
                <a:gridCol w="6337005">
                  <a:extLst>
                    <a:ext uri="{9D8B030D-6E8A-4147-A177-3AD203B41FA5}">
                      <a16:colId xmlns:a16="http://schemas.microsoft.com/office/drawing/2014/main" val="2568366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民心点数</a:t>
                      </a: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民心等级</a:t>
                      </a: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技能</a:t>
                      </a: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解释</a:t>
                      </a: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8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0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383773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令行禁止</a:t>
                      </a: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每大回合可额外移动一个单位到相邻己方格子（无视地形）</a:t>
                      </a: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2128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老乡指路</a:t>
                      </a: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每大回合可指定一个单位行动力</a:t>
                      </a:r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+1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3411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军容严整</a:t>
                      </a: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大回合结束时可解除一个单位的混乱状态</a:t>
                      </a: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9598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5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5</a:t>
                      </a:r>
                      <a:endParaRPr lang="zh-CN" altLang="en-US" sz="2000" spc="-15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箪食壶浆</a:t>
                      </a: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spc="-15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敌方未放置守军的城市可以直接占领</a:t>
                      </a:r>
                    </a:p>
                  </a:txBody>
                  <a:tcPr marL="36000" marR="36000" marT="18000" marB="18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75887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199DF02-6F06-F4A1-AF38-E92214A90BE4}"/>
              </a:ext>
            </a:extLst>
          </p:cNvPr>
          <p:cNvSpPr txBox="1"/>
          <p:nvPr/>
        </p:nvSpPr>
        <p:spPr>
          <a:xfrm>
            <a:off x="497710" y="4694020"/>
            <a:ext cx="92310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政治点数可以在小回合中使用，也可以在小回合开始前用于抽取事件卡。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政治点数可以恢复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个普通部队的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点血量，而特殊单位每点血量恢复需要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政治点数。</a:t>
            </a:r>
            <a:b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政治点数可以召唤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个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点血量的普通部队，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政治点数可以召唤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个满血的普通部队。</a:t>
            </a:r>
            <a:b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政治点数不可用于获取特殊部队。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政治点数可以积攒使用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（初始为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0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，可能为负数，此时必须加到</a:t>
            </a:r>
            <a:r>
              <a:rPr lang="en-US" altLang="zh-CN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2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之后才可以使用）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6253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3D4586-CE83-EBCD-86FF-7084F6BA45CE}"/>
              </a:ext>
            </a:extLst>
          </p:cNvPr>
          <p:cNvSpPr txBox="1"/>
          <p:nvPr/>
        </p:nvSpPr>
        <p:spPr>
          <a:xfrm>
            <a:off x="497709" y="588413"/>
            <a:ext cx="919386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spcAft>
                <a:spcPts val="1200"/>
              </a:spcAft>
              <a:buSzPct val="75000"/>
            </a:pP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在小回合开始时，您首先会进入事件卡抽取的阶段。此阶段交互按钮在画面的右上角。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在此阶段中，您可以使用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政治点数抽取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张事件卡，可以连续抽多张，或跳过抽卡。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无论谁抽取了事件卡，抽到的事件卡总是只对其自身国家生效。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在游戏中，我们共设计了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28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张事件卡。事件卡名称、所属国家和效果如下所示：</a:t>
            </a:r>
            <a:endParaRPr lang="en-US" altLang="zh-CN" sz="20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公共事件卡</a:t>
            </a:r>
            <a:br>
              <a:rPr lang="en-US" altLang="zh-CN" sz="20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奖率三军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：在本小回合内，所有单位进攻骰点计算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老骥伏枥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：增加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点只能在本小回合使用的政治点数。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厉兵秣马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：指定一个单位，使其在本小回合参与的战斗骰点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endParaRPr lang="en-US" altLang="zh-CN" sz="20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u="sng" spc="-150" dirty="0">
                <a:ln w="3175">
                  <a:solidFill>
                    <a:srgbClr val="E67662"/>
                  </a:solidFill>
                </a:ln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蜀国事件卡</a:t>
            </a:r>
            <a:br>
              <a:rPr lang="en-US" altLang="zh-CN" sz="2000" b="1" u="sng" spc="-150" dirty="0">
                <a:ln w="3175">
                  <a:solidFill>
                    <a:srgbClr val="E67662"/>
                  </a:solidFill>
                </a:ln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天府之国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：蜀汉政治点数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七擒孟获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：蜀汉民心点数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星落秋风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：蜀汉政治点数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，且此后若抽到“隆中定计”则政治点数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益州疲敝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：蜀汉民心点数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隆中定计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：若荆州属于蜀汉控制，</a:t>
            </a:r>
            <a:r>
              <a:rPr lang="zh-CN" altLang="en-US" sz="2000" spc="-16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则蜀汉获得</a:t>
            </a:r>
            <a:r>
              <a:rPr lang="en-US" altLang="zh-CN" sz="2000" spc="-16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6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张技能牌</a:t>
            </a:r>
            <a:r>
              <a:rPr lang="en-US" altLang="zh-CN" sz="2000" spc="-16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——</a:t>
            </a:r>
            <a:r>
              <a:rPr lang="zh-CN" altLang="en-US" sz="2000" spc="-16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进攻东吴单位时骰点</a:t>
            </a:r>
            <a:r>
              <a:rPr lang="en-US" altLang="zh-CN" sz="2000" spc="-16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6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6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不懈于内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：蜀汉可以再抽取一张事件卡</a:t>
            </a:r>
            <a:r>
              <a:rPr lang="zh-CN" altLang="en-US" sz="2000" spc="-18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，且若抽到减少民心或政治点数的，卡牌无效。</a:t>
            </a:r>
            <a:br>
              <a:rPr lang="en-US" altLang="zh-CN" sz="2000" spc="-18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忘身于外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：本大回合内蜀汉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个单位可额外获得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行动力。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一身是胆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：自动触发，当敌方对我方部队发起进攻时，若攻防比高于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1:1,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可以使用此技能卡按照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1:1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计算。</a:t>
            </a:r>
          </a:p>
        </p:txBody>
      </p:sp>
    </p:spTree>
    <p:extLst>
      <p:ext uri="{BB962C8B-B14F-4D97-AF65-F5344CB8AC3E}">
        <p14:creationId xmlns:p14="http://schemas.microsoft.com/office/powerpoint/2010/main" val="97304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443E-DD29-C390-B83F-4F9ED6B0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7940ABB-0EA3-1AE9-871E-719E399405BA}"/>
              </a:ext>
            </a:extLst>
          </p:cNvPr>
          <p:cNvSpPr txBox="1"/>
          <p:nvPr/>
        </p:nvSpPr>
        <p:spPr>
          <a:xfrm>
            <a:off x="497710" y="588413"/>
            <a:ext cx="906593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spcAft>
                <a:spcPts val="1200"/>
              </a:spcAft>
              <a:buSzPct val="75000"/>
            </a:pP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在小回合开始时，您首先会进入事件卡抽取的阶段。此阶段交互按钮在画面的右上角。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在此阶段中，您可以使用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政治点数抽取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张事件卡，可以连续抽多张，或跳过抽卡。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无论谁抽取了事件卡，抽到的事件卡总是只对其自身国家生效。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在游戏中，我们共设计了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28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张事件卡。事件卡名称、所属国家和效果如下所示：</a:t>
            </a:r>
            <a:endParaRPr lang="en-US" altLang="zh-CN" sz="20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公共事件卡</a:t>
            </a:r>
            <a:br>
              <a:rPr lang="en-US" altLang="zh-CN" sz="20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奖率三军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：在本小回合内，所有单位进攻骰点计算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老骥伏枥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：增加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点只能在本小回合使用的政治点数。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厉兵秣马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：指定一个单位，使其在本小回合参与的战斗骰点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endParaRPr lang="en-US" altLang="zh-CN" sz="20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u="sng" spc="-150" dirty="0">
                <a:ln w="3175">
                  <a:solidFill>
                    <a:srgbClr val="5FBF7F"/>
                  </a:solidFill>
                </a:ln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吴国事件卡</a:t>
            </a:r>
            <a:br>
              <a:rPr lang="en-US" altLang="zh-CN" sz="2000" b="1" u="sng" spc="-150" dirty="0">
                <a:ln w="3175">
                  <a:solidFill>
                    <a:srgbClr val="5FBF7F"/>
                  </a:solidFill>
                </a:ln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联刘抗曹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：本小回合蜀汉和东吴单位不能相互攻击。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荆州之主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：若荆州属于东吴控制，则本大回合东吴进攻蜀汉单位时骰点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合肥十万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：本大回合内进攻曹魏时骰点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江东才俊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：东吴政治点数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舍身护主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：本大回合东吴进行防御战时，所有部队防御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偏安一隅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：东吴民心点数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老迈昏聩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：下一次抽卡若抽到“江东才俊”，无效。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愿打愿挨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：指定一个单位，使其在本大回合参与的战斗骰点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，此后防御力永久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江东铁壁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：指定某地块的所有部队，使他们的防御力永久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38683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5099-9EE0-3173-027D-5D9D3CFC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B411046-6805-C25D-C682-D346293F1C9A}"/>
              </a:ext>
            </a:extLst>
          </p:cNvPr>
          <p:cNvSpPr txBox="1"/>
          <p:nvPr/>
        </p:nvSpPr>
        <p:spPr>
          <a:xfrm>
            <a:off x="497710" y="588413"/>
            <a:ext cx="90659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spcAft>
                <a:spcPts val="1200"/>
              </a:spcAft>
              <a:buSzPct val="75000"/>
            </a:pP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在小回合开始时，您首先会进入事件卡抽取的阶段。此阶段交互按钮在画面的右上角。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在此阶段中，您可以使用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政治点数抽取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张事件卡，可以连续抽多张，或跳过抽卡。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无论谁抽取了事件卡，抽到的事件卡总是只对其自身国家生效。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在游戏中，我们共设计了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28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张事件卡。事件卡名称、所属国家和效果如下所示：</a:t>
            </a:r>
            <a:endParaRPr lang="en-US" altLang="zh-CN" sz="20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zh-CN" sz="2000" b="1" u="sng" kern="1200" spc="-150" dirty="0">
                <a:solidFill>
                  <a:srgbClr val="3A3A3A"/>
                </a:solidFill>
                <a:effectLst/>
                <a:latin typeface="方正苏新诗柳楷简体" panose="02000000000000000000" pitchFamily="2" charset="-122"/>
                <a:ea typeface="方正苏新诗柳楷简体" panose="02000000000000000000" pitchFamily="2" charset="-122"/>
                <a:cs typeface="+mn-cs"/>
              </a:rPr>
              <a:t>公共事件卡</a:t>
            </a:r>
            <a:br>
              <a:rPr lang="en-US" altLang="zh-CN" sz="2000" b="1" u="sng" kern="1200" spc="-150" dirty="0">
                <a:solidFill>
                  <a:srgbClr val="3A3A3A"/>
                </a:solidFill>
                <a:effectLst/>
                <a:latin typeface="方正苏新诗柳楷简体" panose="02000000000000000000" pitchFamily="2" charset="-122"/>
                <a:ea typeface="方正苏新诗柳楷简体" panose="02000000000000000000" pitchFamily="2" charset="-122"/>
                <a:cs typeface="+mn-cs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奖率三军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：在本小回合内，所有单位进攻骰点计算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老骥伏枥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：增加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点只能在本小回合使用的政治点数。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厉兵秣马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：指定一个单位，使其在本小回合参与的战斗骰点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endParaRPr lang="en-US" altLang="zh-CN" sz="20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u="sng" kern="1200" spc="-150" dirty="0">
                <a:ln w="3175">
                  <a:solidFill>
                    <a:srgbClr val="4F86D0"/>
                  </a:solidFill>
                </a:ln>
                <a:solidFill>
                  <a:srgbClr val="3A3A3A"/>
                </a:solidFill>
                <a:effectLst/>
                <a:latin typeface="方正苏新诗柳楷简体" panose="02000000000000000000" pitchFamily="2" charset="-122"/>
                <a:ea typeface="方正苏新诗柳楷简体" panose="02000000000000000000" pitchFamily="2" charset="-122"/>
                <a:cs typeface="+mn-cs"/>
              </a:rPr>
              <a:t>魏国</a:t>
            </a:r>
            <a:r>
              <a:rPr lang="zh-CN" altLang="zh-CN" sz="2000" b="1" u="sng" kern="1200" spc="-150" dirty="0">
                <a:ln w="3175">
                  <a:solidFill>
                    <a:srgbClr val="4F86D0"/>
                  </a:solidFill>
                </a:ln>
                <a:solidFill>
                  <a:srgbClr val="3A3A3A"/>
                </a:solidFill>
                <a:effectLst/>
                <a:latin typeface="方正苏新诗柳楷简体" panose="02000000000000000000" pitchFamily="2" charset="-122"/>
                <a:ea typeface="方正苏新诗柳楷简体" panose="02000000000000000000" pitchFamily="2" charset="-122"/>
                <a:cs typeface="+mn-cs"/>
              </a:rPr>
              <a:t>事件卡</a:t>
            </a:r>
            <a:br>
              <a:rPr lang="en-US" altLang="zh-CN" sz="2000" b="1" u="sng" kern="1200" spc="-150" dirty="0">
                <a:ln w="3175">
                  <a:solidFill>
                    <a:srgbClr val="4F86D0"/>
                  </a:solidFill>
                </a:ln>
                <a:solidFill>
                  <a:srgbClr val="3A3A3A"/>
                </a:solidFill>
                <a:effectLst/>
                <a:latin typeface="方正苏新诗柳楷简体" panose="02000000000000000000" pitchFamily="2" charset="-122"/>
                <a:ea typeface="方正苏新诗柳楷简体" panose="02000000000000000000" pitchFamily="2" charset="-122"/>
                <a:cs typeface="+mn-cs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正统禅让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：曹魏民心点数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五子良将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：本大回合内曹魏进攻时所有部队攻击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，至多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+3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国贼蛰伏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：曹魏政治点数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胡人袭扰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：曹魏本大回合不能使用政治点数招募新的部队。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篡权夺位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：曹魏民心点数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入主汉中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：若汉中被曹魏占领，则曹魏本小回合政治点数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吴魏媾和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：东吴政治点数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，但本小回合不能进攻曹魏。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挟帝发令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：指定某单位，永久提升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点攻击力。</a:t>
            </a:r>
          </a:p>
        </p:txBody>
      </p:sp>
    </p:spTree>
    <p:extLst>
      <p:ext uri="{BB962C8B-B14F-4D97-AF65-F5344CB8AC3E}">
        <p14:creationId xmlns:p14="http://schemas.microsoft.com/office/powerpoint/2010/main" val="260898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F2C56-EA2B-0EE0-1679-DE76FE2A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76F5612-91C6-915A-F6EA-F6F94E70B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337879"/>
              </p:ext>
            </p:extLst>
          </p:nvPr>
        </p:nvGraphicFramePr>
        <p:xfrm>
          <a:off x="664240" y="781494"/>
          <a:ext cx="8577520" cy="204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5360">
                  <a:extLst>
                    <a:ext uri="{9D8B030D-6E8A-4147-A177-3AD203B41FA5}">
                      <a16:colId xmlns:a16="http://schemas.microsoft.com/office/drawing/2014/main" val="3696911187"/>
                    </a:ext>
                  </a:extLst>
                </a:gridCol>
                <a:gridCol w="1225360">
                  <a:extLst>
                    <a:ext uri="{9D8B030D-6E8A-4147-A177-3AD203B41FA5}">
                      <a16:colId xmlns:a16="http://schemas.microsoft.com/office/drawing/2014/main" val="2239570696"/>
                    </a:ext>
                  </a:extLst>
                </a:gridCol>
                <a:gridCol w="1225360">
                  <a:extLst>
                    <a:ext uri="{9D8B030D-6E8A-4147-A177-3AD203B41FA5}">
                      <a16:colId xmlns:a16="http://schemas.microsoft.com/office/drawing/2014/main" val="1005301006"/>
                    </a:ext>
                  </a:extLst>
                </a:gridCol>
                <a:gridCol w="1225360">
                  <a:extLst>
                    <a:ext uri="{9D8B030D-6E8A-4147-A177-3AD203B41FA5}">
                      <a16:colId xmlns:a16="http://schemas.microsoft.com/office/drawing/2014/main" val="4119091194"/>
                    </a:ext>
                  </a:extLst>
                </a:gridCol>
                <a:gridCol w="1225360">
                  <a:extLst>
                    <a:ext uri="{9D8B030D-6E8A-4147-A177-3AD203B41FA5}">
                      <a16:colId xmlns:a16="http://schemas.microsoft.com/office/drawing/2014/main" val="2591406776"/>
                    </a:ext>
                  </a:extLst>
                </a:gridCol>
                <a:gridCol w="1225360">
                  <a:extLst>
                    <a:ext uri="{9D8B030D-6E8A-4147-A177-3AD203B41FA5}">
                      <a16:colId xmlns:a16="http://schemas.microsoft.com/office/drawing/2014/main" val="3128337109"/>
                    </a:ext>
                  </a:extLst>
                </a:gridCol>
                <a:gridCol w="1225360">
                  <a:extLst>
                    <a:ext uri="{9D8B030D-6E8A-4147-A177-3AD203B41FA5}">
                      <a16:colId xmlns:a16="http://schemas.microsoft.com/office/drawing/2014/main" val="1777302436"/>
                    </a:ext>
                  </a:extLst>
                </a:gridCol>
              </a:tblGrid>
              <a:tr h="29558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兵种</a:t>
                      </a: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步兵</a:t>
                      </a: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骑兵</a:t>
                      </a:r>
                    </a:p>
                  </a:txBody>
                  <a:tcPr marL="0" marR="0" marT="18000" marB="18000" anchor="ctr" anchorCtr="1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弓兵</a:t>
                      </a:r>
                    </a:p>
                  </a:txBody>
                  <a:tcPr marL="0" marR="0" marT="18000" marB="18000" anchor="ctr" anchorCtr="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500762"/>
                  </a:ext>
                </a:extLst>
              </a:tr>
              <a:tr h="29558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普通步兵</a:t>
                      </a: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b="1" spc="-200" baseline="0" dirty="0">
                          <a:solidFill>
                            <a:srgbClr val="5FBF7F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解烦兵</a:t>
                      </a:r>
                    </a:p>
                  </a:txBody>
                  <a:tcPr marL="0" marR="0" marT="18000" marB="18000" anchor="ctr" anchorCtr="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普通骑兵</a:t>
                      </a:r>
                    </a:p>
                  </a:txBody>
                  <a:tcPr marL="0" marR="0" marT="18000" marB="18000" anchor="ctr" anchorCtr="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b="1" spc="-200" baseline="0" dirty="0">
                          <a:solidFill>
                            <a:srgbClr val="4F86D0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虎豹骑</a:t>
                      </a:r>
                    </a:p>
                  </a:txBody>
                  <a:tcPr marL="0" marR="0" marT="18000" marB="18000" anchor="ctr" anchorCtr="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普通弓兵</a:t>
                      </a:r>
                    </a:p>
                  </a:txBody>
                  <a:tcPr marL="0" marR="0" marT="18000" marB="18000" anchor="ctr" anchorCtr="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b="1" spc="-200" baseline="0" dirty="0">
                          <a:solidFill>
                            <a:srgbClr val="E67662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无当飞军</a:t>
                      </a:r>
                    </a:p>
                  </a:txBody>
                  <a:tcPr marL="0" marR="0" marT="18000" marB="18000" anchor="ctr" anchorCtr="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294606"/>
                  </a:ext>
                </a:extLst>
              </a:tr>
              <a:tr h="295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攻击力</a:t>
                      </a: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1" spc="-200" baseline="0" dirty="0">
                          <a:solidFill>
                            <a:srgbClr val="5FBF7F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altLang="en-US" sz="2000" b="1" spc="-200" baseline="0" dirty="0">
                        <a:solidFill>
                          <a:srgbClr val="5FBF7F"/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1" spc="-200" baseline="0" dirty="0">
                          <a:solidFill>
                            <a:srgbClr val="4F86D0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altLang="en-US" sz="2000" b="1" spc="-200" baseline="0" dirty="0">
                        <a:solidFill>
                          <a:srgbClr val="4F86D0"/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1" spc="-200" baseline="0" dirty="0">
                          <a:solidFill>
                            <a:srgbClr val="E67662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altLang="en-US" sz="2000" b="1" spc="-200" baseline="0" dirty="0">
                        <a:solidFill>
                          <a:srgbClr val="E67662"/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13468335"/>
                  </a:ext>
                </a:extLst>
              </a:tr>
              <a:tr h="295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防御力</a:t>
                      </a: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1" spc="-200" baseline="0" dirty="0">
                          <a:solidFill>
                            <a:srgbClr val="5FBF7F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altLang="en-US" sz="2000" b="1" spc="-200" baseline="0" dirty="0">
                        <a:solidFill>
                          <a:srgbClr val="5FBF7F"/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1" spc="-200" baseline="0" dirty="0">
                          <a:solidFill>
                            <a:srgbClr val="4F86D0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altLang="en-US" sz="2000" b="1" spc="-200" baseline="0" dirty="0">
                        <a:solidFill>
                          <a:srgbClr val="4F86D0"/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1" spc="-200" baseline="0" dirty="0">
                          <a:solidFill>
                            <a:srgbClr val="E67662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altLang="en-US" sz="2000" b="1" spc="-200" baseline="0" dirty="0">
                        <a:solidFill>
                          <a:srgbClr val="E67662"/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56082549"/>
                  </a:ext>
                </a:extLst>
              </a:tr>
              <a:tr h="295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攻击距离</a:t>
                      </a: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142663"/>
                  </a:ext>
                </a:extLst>
              </a:tr>
              <a:tr h="295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行动力</a:t>
                      </a: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2000" b="1" kern="1200" spc="-200" baseline="0" dirty="0">
                          <a:solidFill>
                            <a:srgbClr val="5FBF7F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  <a:cs typeface="+mn-cs"/>
                        </a:rPr>
                        <a:t>2</a:t>
                      </a:r>
                      <a:endParaRPr lang="zh-CN" altLang="en-US" sz="2000" b="1" kern="1200" spc="-200" baseline="0" dirty="0">
                        <a:solidFill>
                          <a:srgbClr val="5FBF7F"/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+mn-cs"/>
                      </a:endParaRPr>
                    </a:p>
                  </a:txBody>
                  <a:tcPr marL="0" marR="0" marT="18000" marB="18000" anchor="ctr" anchorCtr="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altLang="en-US" sz="20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</a:endParaRPr>
                    </a:p>
                  </a:txBody>
                  <a:tcPr marL="0" marR="0" marT="18000" marB="18000" anchor="ctr" anchorCtr="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2000" b="1" kern="1200" spc="-200" baseline="0" dirty="0">
                          <a:solidFill>
                            <a:srgbClr val="4F86D0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  <a:cs typeface="+mn-cs"/>
                        </a:rPr>
                        <a:t>4</a:t>
                      </a:r>
                      <a:endParaRPr lang="zh-CN" altLang="en-US" sz="2000" b="1" kern="1200" spc="-200" baseline="0" dirty="0">
                        <a:solidFill>
                          <a:srgbClr val="4F86D0"/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+mn-cs"/>
                      </a:endParaRPr>
                    </a:p>
                  </a:txBody>
                  <a:tcPr marL="0" marR="0" marT="18000" marB="18000" anchor="ctr" anchorCtr="1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kern="1200" spc="-200" baseline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  <a:cs typeface="+mn-cs"/>
                        </a:rPr>
                        <a:t>2</a:t>
                      </a:r>
                      <a:endParaRPr lang="zh-CN" altLang="en-US" sz="2000" kern="1200" spc="-2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+mn-cs"/>
                      </a:endParaRPr>
                    </a:p>
                  </a:txBody>
                  <a:tcPr marL="0" marR="0" marT="18000" marB="18000"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1" kern="1200" spc="-200" baseline="0" dirty="0">
                          <a:solidFill>
                            <a:srgbClr val="E67662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  <a:cs typeface="+mn-cs"/>
                        </a:rPr>
                        <a:t>3|</a:t>
                      </a:r>
                      <a:r>
                        <a:rPr lang="zh-CN" altLang="en-US" sz="2000" b="1" kern="1200" spc="-200" baseline="0" dirty="0">
                          <a:solidFill>
                            <a:srgbClr val="E67662"/>
                          </a:solidFill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  <a:cs typeface="+mn-cs"/>
                        </a:rPr>
                        <a:t>无视山地</a:t>
                      </a:r>
                    </a:p>
                  </a:txBody>
                  <a:tcPr marL="0" marR="0" marT="18000" marB="1800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049815"/>
                  </a:ext>
                </a:extLst>
              </a:tr>
            </a:tbl>
          </a:graphicData>
        </a:graphic>
      </p:graphicFrame>
      <p:grpSp>
        <p:nvGrpSpPr>
          <p:cNvPr id="42" name="组合 41">
            <a:extLst>
              <a:ext uri="{FF2B5EF4-FFF2-40B4-BE49-F238E27FC236}">
                <a16:creationId xmlns:a16="http://schemas.microsoft.com/office/drawing/2014/main" id="{24DB70FF-DD16-2E6F-D125-43BC96DEFD33}"/>
              </a:ext>
            </a:extLst>
          </p:cNvPr>
          <p:cNvGrpSpPr/>
          <p:nvPr/>
        </p:nvGrpSpPr>
        <p:grpSpPr>
          <a:xfrm>
            <a:off x="3102327" y="281656"/>
            <a:ext cx="4917614" cy="579092"/>
            <a:chOff x="3102327" y="451776"/>
            <a:chExt cx="4917614" cy="579092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81F93B8-ED42-5796-0889-342BB0AE8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0024" y="845861"/>
              <a:ext cx="0" cy="185007"/>
            </a:xfrm>
            <a:prstGeom prst="line">
              <a:avLst/>
            </a:prstGeom>
            <a:ln>
              <a:solidFill>
                <a:srgbClr val="BB9E4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F764513-59EA-0BDC-F85A-FF7A065C23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5179" y="845861"/>
              <a:ext cx="0" cy="185007"/>
            </a:xfrm>
            <a:prstGeom prst="line">
              <a:avLst/>
            </a:prstGeom>
            <a:ln>
              <a:solidFill>
                <a:srgbClr val="BB9E43"/>
              </a:solidFill>
              <a:headEnd type="stealth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E31A402-7533-FB4C-63A0-CF74735CFA1B}"/>
                </a:ext>
              </a:extLst>
            </p:cNvPr>
            <p:cNvCxnSpPr>
              <a:cxnSpLocks/>
            </p:cNvCxnSpPr>
            <p:nvPr/>
          </p:nvCxnSpPr>
          <p:spPr>
            <a:xfrm>
              <a:off x="3102327" y="845861"/>
              <a:ext cx="4917614" cy="0"/>
            </a:xfrm>
            <a:prstGeom prst="line">
              <a:avLst/>
            </a:prstGeom>
            <a:ln>
              <a:solidFill>
                <a:srgbClr val="BB9E4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E11C890-BCF4-9F91-4A1E-A5BF8A9D5D00}"/>
                </a:ext>
              </a:extLst>
            </p:cNvPr>
            <p:cNvSpPr txBox="1"/>
            <p:nvPr/>
          </p:nvSpPr>
          <p:spPr>
            <a:xfrm>
              <a:off x="5162204" y="451776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BB9E43"/>
                  </a:solidFill>
                  <a:effectLst>
                    <a:outerShdw blurRad="50800" dist="38100" dir="5400000" algn="t" rotWithShape="0">
                      <a:srgbClr val="C7B299">
                        <a:alpha val="40000"/>
                      </a:srgbClr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rPr>
                <a:t>克制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3028B40-C75B-83B0-EC12-68854C481EF7}"/>
              </a:ext>
            </a:extLst>
          </p:cNvPr>
          <p:cNvGrpSpPr/>
          <p:nvPr/>
        </p:nvGrpSpPr>
        <p:grpSpPr>
          <a:xfrm>
            <a:off x="5895975" y="656069"/>
            <a:ext cx="1843088" cy="461665"/>
            <a:chOff x="5895975" y="1304258"/>
            <a:chExt cx="1843088" cy="46166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449B74B-9E0A-C5CF-0469-A43AD7E01EB3}"/>
                </a:ext>
              </a:extLst>
            </p:cNvPr>
            <p:cNvCxnSpPr/>
            <p:nvPr/>
          </p:nvCxnSpPr>
          <p:spPr>
            <a:xfrm>
              <a:off x="5895975" y="1704985"/>
              <a:ext cx="1843088" cy="0"/>
            </a:xfrm>
            <a:prstGeom prst="line">
              <a:avLst/>
            </a:prstGeom>
            <a:ln>
              <a:solidFill>
                <a:srgbClr val="BB9E43"/>
              </a:solidFill>
              <a:head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7307773-8E54-D04E-D98B-521BB8D3122F}"/>
                </a:ext>
              </a:extLst>
            </p:cNvPr>
            <p:cNvSpPr txBox="1"/>
            <p:nvPr/>
          </p:nvSpPr>
          <p:spPr>
            <a:xfrm>
              <a:off x="6395867" y="130425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BB9E43"/>
                  </a:solidFill>
                  <a:effectLst>
                    <a:outerShdw blurRad="50800" dist="38100" dir="5400000" algn="t" rotWithShape="0">
                      <a:srgbClr val="C7B299">
                        <a:alpha val="40000"/>
                      </a:srgbClr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rPr>
                <a:t>克制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2652F2A-EC03-77B9-CD2E-0144854C625F}"/>
              </a:ext>
            </a:extLst>
          </p:cNvPr>
          <p:cNvGrpSpPr/>
          <p:nvPr/>
        </p:nvGrpSpPr>
        <p:grpSpPr>
          <a:xfrm>
            <a:off x="3428649" y="656069"/>
            <a:ext cx="1843088" cy="461665"/>
            <a:chOff x="5895975" y="1304258"/>
            <a:chExt cx="1843088" cy="461665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6D064CC-C58D-87B2-A114-09E318533BDF}"/>
                </a:ext>
              </a:extLst>
            </p:cNvPr>
            <p:cNvCxnSpPr/>
            <p:nvPr/>
          </p:nvCxnSpPr>
          <p:spPr>
            <a:xfrm>
              <a:off x="5895975" y="1704985"/>
              <a:ext cx="1843088" cy="0"/>
            </a:xfrm>
            <a:prstGeom prst="line">
              <a:avLst/>
            </a:prstGeom>
            <a:ln>
              <a:solidFill>
                <a:srgbClr val="BB9E43"/>
              </a:solidFill>
              <a:head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B09DCCC-03B7-49C5-F203-DAB6F26B3D09}"/>
                </a:ext>
              </a:extLst>
            </p:cNvPr>
            <p:cNvSpPr txBox="1"/>
            <p:nvPr/>
          </p:nvSpPr>
          <p:spPr>
            <a:xfrm>
              <a:off x="6395867" y="130425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BB9E43"/>
                  </a:solidFill>
                  <a:effectLst>
                    <a:outerShdw blurRad="50800" dist="38100" dir="5400000" algn="t" rotWithShape="0">
                      <a:srgbClr val="C7B299">
                        <a:alpha val="40000"/>
                      </a:srgbClr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rPr>
                <a:t>克制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35ED96B9-643D-C835-6EE4-BCD796475C1B}"/>
              </a:ext>
            </a:extLst>
          </p:cNvPr>
          <p:cNvSpPr txBox="1"/>
          <p:nvPr/>
        </p:nvSpPr>
        <p:spPr>
          <a:xfrm>
            <a:off x="449204" y="2932046"/>
            <a:ext cx="9007591" cy="351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 fontAlgn="ctr">
              <a:spcAft>
                <a:spcPts val="9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每移动到相邻的格子</a:t>
            </a:r>
            <a:r>
              <a:rPr lang="zh-CN" altLang="en-US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消耗</a:t>
            </a:r>
            <a:r>
              <a:rPr lang="en-US" altLang="zh-CN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行动力；跨河、在山地行动</a:t>
            </a:r>
            <a:r>
              <a:rPr lang="zh-CN" altLang="en-US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额外消耗</a:t>
            </a:r>
            <a:r>
              <a:rPr lang="en-US" altLang="zh-CN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行动力。</a:t>
            </a:r>
            <a:b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【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一个单位的路径中只要包含山地格子（包括开始和结束），行动力消耗就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+1】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endParaRPr lang="en-US" altLang="zh-CN" sz="2000" spc="-1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9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如果移动的路径中，敌方占领的格子都没有部队，则路径上所有敌方格子都被我方占领，我方所移动的单位停在最后一个格子上。</a:t>
            </a:r>
            <a:endParaRPr lang="en-US" altLang="zh-CN" sz="2000" spc="-1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9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战斗时，进攻方每个单位分别与防守方所有单位类型比较克制关系。</a:t>
            </a:r>
            <a:b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只要进攻方对防守方任意一个单位</a:t>
            </a:r>
            <a:r>
              <a:rPr lang="zh-CN" altLang="en-US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有克制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，攻击力计算</a:t>
            </a:r>
            <a:r>
              <a:rPr lang="en-US" altLang="zh-CN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+0.5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只要进攻方对防守方任意一个单位</a:t>
            </a:r>
            <a:r>
              <a:rPr lang="zh-CN" altLang="en-US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被克制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，攻击力计算</a:t>
            </a:r>
            <a:r>
              <a:rPr lang="en-US" altLang="zh-CN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-0.5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两者可</a:t>
            </a:r>
            <a:r>
              <a:rPr lang="zh-CN" altLang="en-US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同时叠加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，例如进攻方进攻混编部队时，既克制又被克制，</a:t>
            </a:r>
            <a:r>
              <a:rPr lang="zh-CN" altLang="en-US" sz="2000" b="1" u="sng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互相抵消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（鼓励每格混合不同兵种，不鼓励单一兵种作战）。</a:t>
            </a:r>
            <a:endParaRPr lang="en-US" altLang="zh-CN" sz="2000" spc="-1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9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战斗时，先将进攻方的攻击力进行</a:t>
            </a:r>
            <a:r>
              <a:rPr lang="zh-CN" altLang="en-US" sz="20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加和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、防守方的防御力进行</a:t>
            </a:r>
            <a:r>
              <a:rPr lang="zh-CN" altLang="en-US" sz="2000" b="1" u="sng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加和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，再计算攻防比。</a:t>
            </a:r>
          </a:p>
        </p:txBody>
      </p:sp>
    </p:spTree>
    <p:extLst>
      <p:ext uri="{BB962C8B-B14F-4D97-AF65-F5344CB8AC3E}">
        <p14:creationId xmlns:p14="http://schemas.microsoft.com/office/powerpoint/2010/main" val="148562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5483EA-6E37-E2C9-C477-363C02589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043780"/>
              </p:ext>
            </p:extLst>
          </p:nvPr>
        </p:nvGraphicFramePr>
        <p:xfrm>
          <a:off x="595314" y="702150"/>
          <a:ext cx="7143749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2499">
                  <a:extLst>
                    <a:ext uri="{9D8B030D-6E8A-4147-A177-3AD203B41FA5}">
                      <a16:colId xmlns:a16="http://schemas.microsoft.com/office/drawing/2014/main" val="2154323527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4216987409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553265096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1361579799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946605377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235661049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73784807"/>
                    </a:ext>
                  </a:extLst>
                </a:gridCol>
              </a:tblGrid>
              <a:tr h="538838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比值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骰点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1∶2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5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718271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A2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A1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57173594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A1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 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8952148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 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95293390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70392841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5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18506888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6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D1R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13685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8F3D791-E035-6176-C8B6-3D3BF34EB10B}"/>
              </a:ext>
            </a:extLst>
          </p:cNvPr>
          <p:cNvSpPr txBox="1"/>
          <p:nvPr/>
        </p:nvSpPr>
        <p:spPr>
          <a:xfrm>
            <a:off x="7900988" y="644077"/>
            <a:ext cx="16906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含义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A: 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进攻方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D: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防守方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G: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陷入混乱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C: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无效果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R: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撤退</a:t>
            </a:r>
            <a:endParaRPr lang="en-US" altLang="zh-CN" sz="2000" dirty="0"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数字</a:t>
            </a:r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受到伤害的单位数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2DE174-2228-968C-4E46-2AE1BD333C5F}"/>
              </a:ext>
            </a:extLst>
          </p:cNvPr>
          <p:cNvSpPr txBox="1"/>
          <p:nvPr/>
        </p:nvSpPr>
        <p:spPr>
          <a:xfrm>
            <a:off x="498807" y="3601305"/>
            <a:ext cx="89083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伤害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：从防御值最低的部队开始受伤，未受伤的部队受伤优先级高于已经受伤的部队。受伤的单位攻防减半。</a:t>
            </a:r>
          </a:p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混乱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：选取混乱单位的机制与伤害相同。进入混乱状态时，单位攻防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。如果连续两次进入混乱状态，则减少一点血量，但仍处于混乱状态。</a:t>
            </a:r>
          </a:p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撤退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：撤退有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点行动力，可以自由选择撤退到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点行动力能到的地方。如果没有地方可以撤退，则受到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点伤害，伤害机制如上所示。</a:t>
            </a:r>
            <a:b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如果己方部队成功将对方打退，则按照单位选择的顺序，前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个单位移动到敌方原来所处的格子上。</a:t>
            </a:r>
          </a:p>
        </p:txBody>
      </p:sp>
    </p:spTree>
    <p:extLst>
      <p:ext uri="{BB962C8B-B14F-4D97-AF65-F5344CB8AC3E}">
        <p14:creationId xmlns:p14="http://schemas.microsoft.com/office/powerpoint/2010/main" val="176867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4B7CF-D043-7A9D-3F84-8B2C7A74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EEB43E6-C716-A850-0EC9-FF225C9972B4}"/>
              </a:ext>
            </a:extLst>
          </p:cNvPr>
          <p:cNvGraphicFramePr>
            <a:graphicFrameLocks noGrp="1"/>
          </p:cNvGraphicFramePr>
          <p:nvPr/>
        </p:nvGraphicFramePr>
        <p:xfrm>
          <a:off x="595314" y="702150"/>
          <a:ext cx="7143749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2499">
                  <a:extLst>
                    <a:ext uri="{9D8B030D-6E8A-4147-A177-3AD203B41FA5}">
                      <a16:colId xmlns:a16="http://schemas.microsoft.com/office/drawing/2014/main" val="2154323527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4216987409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553265096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1361579799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946605377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235661049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73784807"/>
                    </a:ext>
                  </a:extLst>
                </a:gridCol>
              </a:tblGrid>
              <a:tr h="538838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比值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骰点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1∶2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5</a:t>
                      </a:r>
                      <a:r>
                        <a:rPr lang="en-US" altLang="zh-CN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∶</a:t>
                      </a: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718271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A2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A1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57173594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2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A1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 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8952148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3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 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95293390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4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AG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70392841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5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C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18506888"/>
                  </a:ext>
                </a:extLst>
              </a:tr>
              <a:tr h="269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6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B29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DG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DR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方正苏新诗柳楷简体" panose="02000000000000000000" pitchFamily="2" charset="-122"/>
                          <a:ea typeface="方正苏新诗柳楷简体" panose="02000000000000000000" pitchFamily="2" charset="-122"/>
                        </a:rPr>
                        <a:t>D1R</a:t>
                      </a:r>
                      <a:endParaRPr lang="zh-CN" sz="2000" kern="100" dirty="0">
                        <a:effectLst/>
                        <a:latin typeface="方正苏新诗柳楷简体" panose="02000000000000000000" pitchFamily="2" charset="-122"/>
                        <a:ea typeface="方正苏新诗柳楷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13685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B75D731-425F-7DEF-F88A-1A09A78B59B5}"/>
              </a:ext>
            </a:extLst>
          </p:cNvPr>
          <p:cNvSpPr txBox="1"/>
          <p:nvPr/>
        </p:nvSpPr>
        <p:spPr>
          <a:xfrm>
            <a:off x="7900988" y="644077"/>
            <a:ext cx="16906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含义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A: 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进攻方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D: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防守方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G: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陷入混乱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C: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无效果</a:t>
            </a:r>
          </a:p>
          <a:p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R: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撤退</a:t>
            </a:r>
            <a:endParaRPr lang="en-US" altLang="zh-CN" sz="2000" dirty="0"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数字</a:t>
            </a:r>
            <a:r>
              <a:rPr lang="en-US" altLang="zh-CN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:</a:t>
            </a:r>
            <a:r>
              <a:rPr lang="zh-CN" altLang="en-US" sz="20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 受到伤害的单位数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E1038C-A1BA-1FE2-ADC5-65A6B9D307A4}"/>
              </a:ext>
            </a:extLst>
          </p:cNvPr>
          <p:cNvSpPr txBox="1"/>
          <p:nvPr/>
        </p:nvSpPr>
        <p:spPr>
          <a:xfrm>
            <a:off x="492854" y="3328728"/>
            <a:ext cx="892029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 fontAlgn="ctr">
              <a:spcAft>
                <a:spcPts val="1200"/>
              </a:spcAft>
              <a:buSzPct val="50000"/>
              <a:buFont typeface="Wingdings" panose="05000000000000000000" pitchFamily="2" charset="2"/>
              <a:buChar char="u"/>
            </a:pP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下列说法中，“向左”“向右”移动，即对战斗档位移动。</a:t>
            </a:r>
            <a:b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例如，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en-US" altLang="zh-CN" sz="2000" kern="1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∶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向右移动一列，则为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en-US" altLang="zh-CN" sz="2000" kern="1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∶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；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3</a:t>
            </a:r>
            <a:r>
              <a:rPr lang="en-US" altLang="zh-CN" sz="2000" kern="1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∶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向左移动一列，则为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en-US" altLang="zh-CN" sz="2000" kern="100" dirty="0"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∶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endParaRPr lang="en-US" altLang="zh-CN" sz="2000" spc="-1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夹击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：如果一场战斗中，一方单位所在格子周围的</a:t>
            </a:r>
            <a:r>
              <a:rPr lang="en-US" altLang="zh-CN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6</a:t>
            </a:r>
            <a:r>
              <a:rPr lang="zh-CN" altLang="en-US" sz="2000" spc="-1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格上有两格及以上存在参与进攻的敌方部队（必须是同一方）控制，则战斗判定向不利于其的方向移动一列。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跨河攻击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或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攻击山地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的单位，所有部队攻击力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-1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（无当飞军除外）。</a:t>
            </a:r>
          </a:p>
          <a:p>
            <a:pPr marL="216000" indent="-216000" fontAlgn="ctr"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城市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受到攻击时，向左移动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列，且防守方可选择用全部单位陷入混乱并扣一血（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D1G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）代替撤退（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DR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）。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当城市没有单位守备时，默认其防御力为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2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，攻击方骰点如果打出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DR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或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DG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则视为成功占领。</a:t>
            </a:r>
          </a:p>
        </p:txBody>
      </p:sp>
    </p:spTree>
    <p:extLst>
      <p:ext uri="{BB962C8B-B14F-4D97-AF65-F5344CB8AC3E}">
        <p14:creationId xmlns:p14="http://schemas.microsoft.com/office/powerpoint/2010/main" val="460868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3407-6949-17AC-31AF-9A14FA1F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549733-6D64-E2AF-9D52-E05AABA179CA}"/>
              </a:ext>
            </a:extLst>
          </p:cNvPr>
          <p:cNvSpPr txBox="1"/>
          <p:nvPr/>
        </p:nvSpPr>
        <p:spPr>
          <a:xfrm>
            <a:off x="497710" y="588413"/>
            <a:ext cx="906593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spcAft>
                <a:spcPts val="1200"/>
              </a:spcAft>
              <a:buSzPct val="75000"/>
            </a:pP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每个国家都有自己专属的三张锦囊卡，在小回合内可以随时使用。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每张卡每局游戏只能使用一次。</a:t>
            </a:r>
            <a:b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游戏中所有国家的锦囊卡如下所示：</a:t>
            </a:r>
            <a:endParaRPr lang="en-US" altLang="zh-CN" sz="2000" spc="-150" dirty="0">
              <a:solidFill>
                <a:schemeClr val="bg2">
                  <a:lumMod val="25000"/>
                </a:schemeClr>
              </a:solidFill>
              <a:latin typeface="方正苏新诗柳楷简体" panose="02000000000000000000" pitchFamily="2" charset="-122"/>
              <a:ea typeface="方正苏新诗柳楷简体" panose="02000000000000000000" pitchFamily="2" charset="-122"/>
            </a:endParaRP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u="sng" spc="-150" dirty="0">
                <a:ln w="3175">
                  <a:solidFill>
                    <a:srgbClr val="E67662"/>
                  </a:solidFill>
                </a:ln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蜀汉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威震华夏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：使用此技能卡，进攻河边部队时战斗判定向右移动一列。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七擒七纵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：使用此技能卡额外获得一个任意部署在蜀国地盘的无当飞军单位。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E67662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空城妙计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：使用此技能卡可指定一个格子在此大回合内不能被敌方进攻。</a:t>
            </a: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u="sng" spc="-150" dirty="0">
                <a:ln w="3175">
                  <a:solidFill>
                    <a:srgbClr val="5FBF7F"/>
                  </a:solidFill>
                </a:ln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孙吴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火烧连营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：当敌方在某地块堆叠部队数量超过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时，使用此技能卡，进攻该地块上的部队时战斗判定向右移动一列。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白衣渡江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：指定某格上所有部队，本大回合该部队不受跨河惩罚，且战斗时骰点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+1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5FBF7F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刮目相看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：使用此技能卡额外获得一个任意部署在吴国地盘的解烦兵单位。</a:t>
            </a:r>
          </a:p>
          <a:p>
            <a:pPr marL="216000" indent="-216000" fontAlgn="ctr">
              <a:spcAft>
                <a:spcPts val="1200"/>
              </a:spcAft>
              <a:buSzPct val="75000"/>
              <a:buFont typeface="Wingdings" panose="05000000000000000000" pitchFamily="2" charset="2"/>
              <a:buChar char="Ø"/>
            </a:pPr>
            <a:r>
              <a:rPr lang="zh-CN" altLang="en-US" sz="2000" b="1" u="sng" spc="-150" dirty="0">
                <a:ln w="3175">
                  <a:solidFill>
                    <a:srgbClr val="4F86D0"/>
                  </a:solidFill>
                </a:ln>
                <a:solidFill>
                  <a:srgbClr val="3A3A3A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曹魏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偷渡阴平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：指定某格上所有部队，本大回合其行动力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+2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且无视山地地形影响。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割须弃袍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：在战斗开始前使用，如果在该场战斗中有单位受到伤害，则免除防御力最高的单位所受的伤害。</a:t>
            </a:r>
            <a:b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</a:br>
            <a:r>
              <a:rPr lang="zh-CN" altLang="en-US" sz="2000" b="1" spc="-150" dirty="0">
                <a:solidFill>
                  <a:srgbClr val="4F86D0"/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江东止啼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：技能卡，当敌方对我方发动进攻时，使用此技能卡，可使敌方骰点</a:t>
            </a:r>
            <a:r>
              <a:rPr lang="en-US" altLang="zh-CN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-2</a:t>
            </a:r>
            <a:r>
              <a:rPr lang="zh-CN" altLang="en-US" sz="2000" spc="-150" dirty="0">
                <a:solidFill>
                  <a:schemeClr val="bg2">
                    <a:lumMod val="25000"/>
                  </a:schemeClr>
                </a:solidFill>
                <a:latin typeface="方正苏新诗柳楷简体" panose="02000000000000000000" pitchFamily="2" charset="-122"/>
                <a:ea typeface="方正苏新诗柳楷简体" panose="02000000000000000000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45765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2308FBB-1893-7E21-EEC8-51D4C1791525}"/>
              </a:ext>
            </a:extLst>
          </p:cNvPr>
          <p:cNvSpPr txBox="1"/>
          <p:nvPr/>
        </p:nvSpPr>
        <p:spPr>
          <a:xfrm>
            <a:off x="418214" y="1949243"/>
            <a:ext cx="9069572" cy="319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4800"/>
              </a:spcAft>
              <a:buNone/>
            </a:pPr>
            <a:r>
              <a:rPr lang="zh-CN" altLang="zh-CN" sz="5400" kern="100" dirty="0">
                <a:solidFill>
                  <a:srgbClr val="BB9E43"/>
                </a:solidFill>
                <a:effectLst>
                  <a:outerShdw blurRad="38100" dist="25400" dir="5400000" algn="t" rotWithShape="0">
                    <a:srgbClr val="D4AF37">
                      <a:alpha val="40000"/>
                    </a:srgbClr>
                  </a:outerShdw>
                </a:effectLst>
                <a:latin typeface="方正启功行楷 简" panose="02000500000000000000" pitchFamily="2" charset="-122"/>
                <a:ea typeface="方正启功行楷 简" panose="02000500000000000000" pitchFamily="2" charset="-122"/>
                <a:cs typeface="Times New Roman" panose="02020603050405020304" pitchFamily="18" charset="0"/>
              </a:rPr>
              <a:t>祝您游戏愉快</a:t>
            </a:r>
            <a:r>
              <a:rPr lang="zh-CN" altLang="zh-CN" sz="5400" kern="100" spc="-6400" dirty="0">
                <a:solidFill>
                  <a:srgbClr val="BB9E43"/>
                </a:solidFill>
                <a:effectLst>
                  <a:outerShdw blurRad="38100" dist="25400" dir="5400000" algn="t" rotWithShape="0">
                    <a:srgbClr val="D4AF37">
                      <a:alpha val="40000"/>
                    </a:srgbClr>
                  </a:outerShdw>
                </a:effectLst>
                <a:latin typeface="方正启功行楷 简" panose="02000500000000000000" pitchFamily="2" charset="-122"/>
                <a:ea typeface="方正启功行楷 简" panose="02000500000000000000" pitchFamily="2" charset="-122"/>
                <a:cs typeface="Times New Roman" panose="02020603050405020304" pitchFamily="18" charset="0"/>
              </a:rPr>
              <a:t>，</a:t>
            </a:r>
            <a:br>
              <a:rPr lang="en-US" altLang="zh-CN" sz="5400" kern="100" dirty="0">
                <a:solidFill>
                  <a:srgbClr val="BB9E43"/>
                </a:solidFill>
                <a:effectLst>
                  <a:outerShdw blurRad="38100" dist="25400" dir="5400000" algn="t" rotWithShape="0">
                    <a:srgbClr val="D4AF37">
                      <a:alpha val="40000"/>
                    </a:srgbClr>
                  </a:outerShdw>
                </a:effectLst>
                <a:latin typeface="方正启功行楷 简" panose="02000500000000000000" pitchFamily="2" charset="-122"/>
                <a:ea typeface="方正启功行楷 简" panose="02000500000000000000" pitchFamily="2" charset="-122"/>
                <a:cs typeface="Times New Roman" panose="02020603050405020304" pitchFamily="18" charset="0"/>
              </a:rPr>
            </a:br>
            <a:r>
              <a:rPr lang="zh-CN" altLang="zh-CN" sz="5400" kern="100" dirty="0">
                <a:solidFill>
                  <a:srgbClr val="BB9E43"/>
                </a:solidFill>
                <a:effectLst>
                  <a:outerShdw blurRad="38100" dist="25400" dir="5400000" algn="t" rotWithShape="0">
                    <a:srgbClr val="D4AF37">
                      <a:alpha val="40000"/>
                    </a:srgbClr>
                  </a:outerShdw>
                </a:effectLst>
                <a:latin typeface="方正启功行楷 简" panose="02000500000000000000" pitchFamily="2" charset="-122"/>
                <a:ea typeface="方正启功行楷 简" panose="02000500000000000000" pitchFamily="2" charset="-122"/>
                <a:cs typeface="Times New Roman" panose="02020603050405020304" pitchFamily="18" charset="0"/>
              </a:rPr>
              <a:t>威震四方、天下归心</a:t>
            </a:r>
            <a:r>
              <a:rPr lang="zh-CN" altLang="zh-CN" sz="5400" kern="100" spc="-6400" dirty="0">
                <a:solidFill>
                  <a:srgbClr val="BB9E43"/>
                </a:solidFill>
                <a:effectLst>
                  <a:outerShdw blurRad="38100" dist="25400" dir="5400000" algn="t" rotWithShape="0">
                    <a:srgbClr val="D4AF37">
                      <a:alpha val="40000"/>
                    </a:srgbClr>
                  </a:outerShdw>
                </a:effectLst>
                <a:latin typeface="方正启功行楷 简" panose="02000500000000000000" pitchFamily="2" charset="-122"/>
                <a:ea typeface="方正启功行楷 简" panose="02000500000000000000" pitchFamily="2" charset="-122"/>
                <a:cs typeface="Times New Roman" panose="02020603050405020304" pitchFamily="18" charset="0"/>
              </a:rPr>
              <a:t>！</a:t>
            </a:r>
          </a:p>
          <a:p>
            <a:pPr algn="ctr">
              <a:lnSpc>
                <a:spcPct val="120000"/>
              </a:lnSpc>
              <a:spcAft>
                <a:spcPts val="3600"/>
              </a:spcAft>
              <a:buNone/>
            </a:pPr>
            <a:r>
              <a:rPr lang="zh-CN" altLang="zh-CN" sz="2800" dirty="0">
                <a:solidFill>
                  <a:schemeClr val="bg2">
                    <a:lumMod val="25000"/>
                  </a:schemeClr>
                </a:solidFill>
                <a:effectLst/>
                <a:latin typeface="方正启功行楷 简" panose="02000500000000000000" pitchFamily="2" charset="-122"/>
                <a:ea typeface="方正启功行楷 简" panose="02000500000000000000" pitchFamily="2" charset="-122"/>
                <a:cs typeface="Times New Roman" panose="02020603050405020304" pitchFamily="18" charset="0"/>
              </a:rPr>
              <a:t>作者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effectLst/>
                <a:latin typeface="方正启功行楷 简" panose="02000500000000000000" pitchFamily="2" charset="-122"/>
                <a:ea typeface="方正启功行楷 简" panose="02000500000000000000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方正启功行楷 简" panose="02000500000000000000" pitchFamily="2" charset="-122"/>
                <a:ea typeface="方正启功行楷 简" panose="02000500000000000000" pitchFamily="2" charset="-122"/>
              </a:rPr>
              <a:t>　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effectLst/>
                <a:latin typeface="方正启功行楷 简" panose="02000500000000000000" pitchFamily="2" charset="-122"/>
                <a:ea typeface="方正启功行楷 简" panose="02000500000000000000" pitchFamily="2" charset="-122"/>
              </a:rPr>
              <a:t>dxd1202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方正启功行楷 简" panose="02000500000000000000" pitchFamily="2" charset="-122"/>
                <a:ea typeface="方正启功行楷 简" panose="02000500000000000000" pitchFamily="2" charset="-122"/>
              </a:rPr>
              <a:t>　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effectLst/>
                <a:latin typeface="方正启功行楷 简" panose="02000500000000000000" pitchFamily="2" charset="-122"/>
                <a:ea typeface="方正启功行楷 简" panose="02000500000000000000" pitchFamily="2" charset="-122"/>
              </a:rPr>
              <a:t>wanjin1234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方正启功行楷 简" panose="02000500000000000000" pitchFamily="2" charset="-122"/>
                <a:ea typeface="方正启功行楷 简" panose="02000500000000000000" pitchFamily="2" charset="-122"/>
              </a:rPr>
              <a:t>　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effectLst/>
                <a:latin typeface="方正启功行楷 简" panose="02000500000000000000" pitchFamily="2" charset="-122"/>
                <a:ea typeface="方正启功行楷 简" panose="02000500000000000000" pitchFamily="2" charset="-122"/>
              </a:rPr>
              <a:t>ImiDaz01e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方正启功行楷 简" panose="02000500000000000000" pitchFamily="2" charset="-122"/>
              <a:ea typeface="方正启功行楷 简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81192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2681</Words>
  <Application>Microsoft Office PowerPoint</Application>
  <PresentationFormat>A4 纸张(210x297 毫米)</PresentationFormat>
  <Paragraphs>279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方正启功行楷 简</vt:lpstr>
      <vt:lpstr>等线</vt:lpstr>
      <vt:lpstr>隶书</vt:lpstr>
      <vt:lpstr>Arial</vt:lpstr>
      <vt:lpstr>Wingdings</vt:lpstr>
      <vt:lpstr>方正苏新诗柳楷简体</vt:lpstr>
      <vt:lpstr>华文新魏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兴铎 邓</dc:creator>
  <cp:lastModifiedBy>兴铎 邓</cp:lastModifiedBy>
  <cp:revision>13</cp:revision>
  <dcterms:created xsi:type="dcterms:W3CDTF">2026-02-25T09:26:12Z</dcterms:created>
  <dcterms:modified xsi:type="dcterms:W3CDTF">2026-02-27T08:31:58Z</dcterms:modified>
</cp:coreProperties>
</file>