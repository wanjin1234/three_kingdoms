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5"/>
  </p:notesMasterIdLst>
  <p:sldIdLst>
    <p:sldId id="256" r:id="rId2"/>
    <p:sldId id="258" r:id="rId3"/>
    <p:sldId id="257" r:id="rId4"/>
    <p:sldId id="259" r:id="rId5"/>
    <p:sldId id="263" r:id="rId6"/>
    <p:sldId id="264" r:id="rId7"/>
    <p:sldId id="265" r:id="rId8"/>
    <p:sldId id="266" r:id="rId9"/>
    <p:sldId id="260" r:id="rId10"/>
    <p:sldId id="261" r:id="rId11"/>
    <p:sldId id="262" r:id="rId12"/>
    <p:sldId id="267" r:id="rId13"/>
    <p:sldId id="268" r:id="rId14"/>
  </p:sldIdLst>
  <p:sldSz cx="10691813" cy="7559675"/>
  <p:notesSz cx="6858000" cy="9144000"/>
  <p:embeddedFontLst>
    <p:embeddedFont>
      <p:font typeface="方正启功行楷 简" panose="02010600030101010101" charset="-122"/>
      <p:regular r:id="rId16"/>
    </p:embeddedFont>
    <p:embeddedFont>
      <p:font typeface="等线" panose="02010600030101010101" pitchFamily="2" charset="-122"/>
      <p:regular r:id="rId17"/>
      <p:bold r:id="rId18"/>
    </p:embeddedFont>
    <p:embeddedFont>
      <p:font typeface="方正苏新诗柳楷简体" panose="02000000000000000000" pitchFamily="2" charset="-122"/>
      <p:regular r:id="rId19"/>
    </p:embeddedFont>
    <p:embeddedFont>
      <p:font typeface="华文新魏" panose="02010800040101010101" pitchFamily="2" charset="-122"/>
      <p:regular r:id="rId20"/>
    </p:embeddedFont>
    <p:embeddedFont>
      <p:font typeface="隶书" panose="02010509060101010101" pitchFamily="49" charset="-122"/>
      <p:regular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AF37"/>
    <a:srgbClr val="BB9E43"/>
    <a:srgbClr val="4F86D0"/>
    <a:srgbClr val="5FBF7F"/>
    <a:srgbClr val="E67662"/>
    <a:srgbClr val="C7B299"/>
    <a:srgbClr val="000000"/>
    <a:srgbClr val="780077"/>
    <a:srgbClr val="1E5078"/>
    <a:srgbClr val="ADD8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CE11B8-8960-4D7B-99BC-EFD1368FFB46}" v="631" dt="2026-02-27T05:14:22.3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546" autoAdjust="0"/>
  </p:normalViewPr>
  <p:slideViewPr>
    <p:cSldViewPr snapToGrid="0">
      <p:cViewPr>
        <p:scale>
          <a:sx n="75" d="100"/>
          <a:sy n="75" d="100"/>
        </p:scale>
        <p:origin x="106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兴铎 邓" userId="ce8efad1cfb2fde1" providerId="LiveId" clId="{EB4AA475-C928-44A5-965E-B325C52DC827}"/>
    <pc:docChg chg="undo redo custSel addSld modSld sldOrd modMainMaster">
      <pc:chgData name="兴铎 邓" userId="ce8efad1cfb2fde1" providerId="LiveId" clId="{EB4AA475-C928-44A5-965E-B325C52DC827}" dt="2026-02-27T05:19:46.486" v="4657" actId="2711"/>
      <pc:docMkLst>
        <pc:docMk/>
      </pc:docMkLst>
      <pc:sldChg chg="addSp delSp modSp new mod setBg">
        <pc:chgData name="兴铎 邓" userId="ce8efad1cfb2fde1" providerId="LiveId" clId="{EB4AA475-C928-44A5-965E-B325C52DC827}" dt="2026-02-26T07:00:19.659" v="2077" actId="1076"/>
        <pc:sldMkLst>
          <pc:docMk/>
          <pc:sldMk cId="783297134" sldId="256"/>
        </pc:sldMkLst>
        <pc:spChg chg="add mod">
          <ac:chgData name="兴铎 邓" userId="ce8efad1cfb2fde1" providerId="LiveId" clId="{EB4AA475-C928-44A5-965E-B325C52DC827}" dt="2026-02-26T06:56:59.896" v="2010" actId="1076"/>
          <ac:spMkLst>
            <pc:docMk/>
            <pc:sldMk cId="783297134" sldId="256"/>
            <ac:spMk id="4" creationId="{9628C077-7B37-3298-D8D0-971223A7D96D}"/>
          </ac:spMkLst>
        </pc:spChg>
        <pc:spChg chg="add mod">
          <ac:chgData name="兴铎 邓" userId="ce8efad1cfb2fde1" providerId="LiveId" clId="{EB4AA475-C928-44A5-965E-B325C52DC827}" dt="2026-02-26T06:58:07.331" v="2054" actId="164"/>
          <ac:spMkLst>
            <pc:docMk/>
            <pc:sldMk cId="783297134" sldId="256"/>
            <ac:spMk id="13" creationId="{A25BE015-C6A3-7503-E523-EC2FB3520E1C}"/>
          </ac:spMkLst>
        </pc:spChg>
        <pc:spChg chg="add mod topLvl">
          <ac:chgData name="兴铎 邓" userId="ce8efad1cfb2fde1" providerId="LiveId" clId="{EB4AA475-C928-44A5-965E-B325C52DC827}" dt="2026-02-26T06:58:07.331" v="2054" actId="164"/>
          <ac:spMkLst>
            <pc:docMk/>
            <pc:sldMk cId="783297134" sldId="256"/>
            <ac:spMk id="14" creationId="{C79C02AB-31AA-2935-32D3-8E029D9864B1}"/>
          </ac:spMkLst>
        </pc:spChg>
        <pc:spChg chg="add mod topLvl">
          <ac:chgData name="兴铎 邓" userId="ce8efad1cfb2fde1" providerId="LiveId" clId="{EB4AA475-C928-44A5-965E-B325C52DC827}" dt="2026-02-26T06:58:38.350" v="2060" actId="1076"/>
          <ac:spMkLst>
            <pc:docMk/>
            <pc:sldMk cId="783297134" sldId="256"/>
            <ac:spMk id="15" creationId="{2C047C24-9A7A-230E-05AD-725A7F98BC9B}"/>
          </ac:spMkLst>
        </pc:spChg>
        <pc:spChg chg="add mod topLvl">
          <ac:chgData name="兴铎 邓" userId="ce8efad1cfb2fde1" providerId="LiveId" clId="{EB4AA475-C928-44A5-965E-B325C52DC827}" dt="2026-02-26T06:58:44.832" v="2061" actId="1076"/>
          <ac:spMkLst>
            <pc:docMk/>
            <pc:sldMk cId="783297134" sldId="256"/>
            <ac:spMk id="16" creationId="{FCBE68A1-52FD-FCE6-9C07-F55C7E087E81}"/>
          </ac:spMkLst>
        </pc:spChg>
        <pc:spChg chg="add mod">
          <ac:chgData name="兴铎 邓" userId="ce8efad1cfb2fde1" providerId="LiveId" clId="{EB4AA475-C928-44A5-965E-B325C52DC827}" dt="2026-02-26T06:57:21.826" v="2015" actId="165"/>
          <ac:spMkLst>
            <pc:docMk/>
            <pc:sldMk cId="783297134" sldId="256"/>
            <ac:spMk id="17" creationId="{6E808E47-D842-E611-046A-3B4D20B10B6C}"/>
          </ac:spMkLst>
        </pc:spChg>
        <pc:spChg chg="add mod">
          <ac:chgData name="兴铎 邓" userId="ce8efad1cfb2fde1" providerId="LiveId" clId="{EB4AA475-C928-44A5-965E-B325C52DC827}" dt="2026-02-26T06:59:45.962" v="2070" actId="12789"/>
          <ac:spMkLst>
            <pc:docMk/>
            <pc:sldMk cId="783297134" sldId="256"/>
            <ac:spMk id="18" creationId="{D9262EC5-3AAC-2F1C-D91E-0DC2396C59F6}"/>
          </ac:spMkLst>
        </pc:spChg>
        <pc:spChg chg="add mod">
          <ac:chgData name="兴铎 邓" userId="ce8efad1cfb2fde1" providerId="LiveId" clId="{EB4AA475-C928-44A5-965E-B325C52DC827}" dt="2026-02-26T06:57:21.826" v="2015" actId="165"/>
          <ac:spMkLst>
            <pc:docMk/>
            <pc:sldMk cId="783297134" sldId="256"/>
            <ac:spMk id="19" creationId="{A4E143EB-993C-A5B0-E6D9-965E0B40CD04}"/>
          </ac:spMkLst>
        </pc:spChg>
        <pc:spChg chg="add mod">
          <ac:chgData name="兴铎 邓" userId="ce8efad1cfb2fde1" providerId="LiveId" clId="{EB4AA475-C928-44A5-965E-B325C52DC827}" dt="2026-02-26T06:57:21.826" v="2015" actId="165"/>
          <ac:spMkLst>
            <pc:docMk/>
            <pc:sldMk cId="783297134" sldId="256"/>
            <ac:spMk id="20" creationId="{8FF9A703-4643-39A0-7DA4-B39A737FD819}"/>
          </ac:spMkLst>
        </pc:spChg>
        <pc:spChg chg="add mod">
          <ac:chgData name="兴铎 邓" userId="ce8efad1cfb2fde1" providerId="LiveId" clId="{EB4AA475-C928-44A5-965E-B325C52DC827}" dt="2026-02-26T06:59:31.922" v="2067" actId="1076"/>
          <ac:spMkLst>
            <pc:docMk/>
            <pc:sldMk cId="783297134" sldId="256"/>
            <ac:spMk id="21" creationId="{FBED0C44-1C91-5804-E37B-3A6D9503A0B4}"/>
          </ac:spMkLst>
        </pc:spChg>
        <pc:spChg chg="add mod">
          <ac:chgData name="兴铎 邓" userId="ce8efad1cfb2fde1" providerId="LiveId" clId="{EB4AA475-C928-44A5-965E-B325C52DC827}" dt="2026-02-26T07:00:03.564" v="2074" actId="1076"/>
          <ac:spMkLst>
            <pc:docMk/>
            <pc:sldMk cId="783297134" sldId="256"/>
            <ac:spMk id="22" creationId="{F9873D65-C79A-8635-352E-11D384FA5014}"/>
          </ac:spMkLst>
        </pc:spChg>
        <pc:spChg chg="add mod">
          <ac:chgData name="兴铎 邓" userId="ce8efad1cfb2fde1" providerId="LiveId" clId="{EB4AA475-C928-44A5-965E-B325C52DC827}" dt="2026-02-26T07:00:11.098" v="2075" actId="1076"/>
          <ac:spMkLst>
            <pc:docMk/>
            <pc:sldMk cId="783297134" sldId="256"/>
            <ac:spMk id="23" creationId="{E70663BE-90AD-431E-3AAD-68B54884FE62}"/>
          </ac:spMkLst>
        </pc:spChg>
        <pc:spChg chg="add mod">
          <ac:chgData name="兴铎 邓" userId="ce8efad1cfb2fde1" providerId="LiveId" clId="{EB4AA475-C928-44A5-965E-B325C52DC827}" dt="2026-02-26T07:00:14.081" v="2076" actId="1076"/>
          <ac:spMkLst>
            <pc:docMk/>
            <pc:sldMk cId="783297134" sldId="256"/>
            <ac:spMk id="24" creationId="{FA6CEB0E-50DB-192B-128D-1E3EC0E1A1AF}"/>
          </ac:spMkLst>
        </pc:spChg>
        <pc:grpChg chg="add mod">
          <ac:chgData name="兴铎 邓" userId="ce8efad1cfb2fde1" providerId="LiveId" clId="{EB4AA475-C928-44A5-965E-B325C52DC827}" dt="2026-02-26T06:58:29.347" v="2059" actId="1076"/>
          <ac:grpSpMkLst>
            <pc:docMk/>
            <pc:sldMk cId="783297134" sldId="256"/>
            <ac:grpSpMk id="2" creationId="{229428AA-D1B1-F145-EDB7-B52207032410}"/>
          </ac:grpSpMkLst>
        </pc:grpChg>
        <pc:grpChg chg="add mod">
          <ac:chgData name="兴铎 邓" userId="ce8efad1cfb2fde1" providerId="LiveId" clId="{EB4AA475-C928-44A5-965E-B325C52DC827}" dt="2026-02-26T06:58:29.347" v="2059" actId="1076"/>
          <ac:grpSpMkLst>
            <pc:docMk/>
            <pc:sldMk cId="783297134" sldId="256"/>
            <ac:grpSpMk id="12" creationId="{D521C6B1-69B5-2496-D6BA-08BE8A59CFE5}"/>
          </ac:grpSpMkLst>
        </pc:grpChg>
        <pc:grpChg chg="add mod">
          <ac:chgData name="兴铎 邓" userId="ce8efad1cfb2fde1" providerId="LiveId" clId="{EB4AA475-C928-44A5-965E-B325C52DC827}" dt="2026-02-26T07:00:19.659" v="2077" actId="1076"/>
          <ac:grpSpMkLst>
            <pc:docMk/>
            <pc:sldMk cId="783297134" sldId="256"/>
            <ac:grpSpMk id="25" creationId="{CB918B72-420A-41AA-3347-B1BF62FA2318}"/>
          </ac:grpSpMkLst>
        </pc:grpChg>
        <pc:picChg chg="add del mod">
          <ac:chgData name="兴铎 邓" userId="ce8efad1cfb2fde1" providerId="LiveId" clId="{EB4AA475-C928-44A5-965E-B325C52DC827}" dt="2026-02-26T06:58:29.347" v="2059" actId="1076"/>
          <ac:picMkLst>
            <pc:docMk/>
            <pc:sldMk cId="783297134" sldId="256"/>
            <ac:picMk id="8" creationId="{DA5A2EF6-0874-17F1-8F88-A5A17ACB5CDC}"/>
          </ac:picMkLst>
        </pc:picChg>
        <pc:cxnChg chg="add mod">
          <ac:chgData name="兴铎 邓" userId="ce8efad1cfb2fde1" providerId="LiveId" clId="{EB4AA475-C928-44A5-965E-B325C52DC827}" dt="2026-02-26T06:57:02.623" v="2011" actId="1076"/>
          <ac:cxnSpMkLst>
            <pc:docMk/>
            <pc:sldMk cId="783297134" sldId="256"/>
            <ac:cxnSpMk id="6" creationId="{7BD822B0-73C8-CAA1-2A83-B691D004B6B4}"/>
          </ac:cxnSpMkLst>
        </pc:cxnChg>
        <pc:cxnChg chg="add mod">
          <ac:chgData name="兴铎 邓" userId="ce8efad1cfb2fde1" providerId="LiveId" clId="{EB4AA475-C928-44A5-965E-B325C52DC827}" dt="2026-02-25T09:37:55.993" v="138" actId="164"/>
          <ac:cxnSpMkLst>
            <pc:docMk/>
            <pc:sldMk cId="783297134" sldId="256"/>
            <ac:cxnSpMk id="10" creationId="{EE7D56F6-2A83-08D9-1A26-B2B03D756CF3}"/>
          </ac:cxnSpMkLst>
        </pc:cxnChg>
        <pc:cxnChg chg="add mod">
          <ac:chgData name="兴铎 邓" userId="ce8efad1cfb2fde1" providerId="LiveId" clId="{EB4AA475-C928-44A5-965E-B325C52DC827}" dt="2026-02-25T09:37:55.993" v="138" actId="164"/>
          <ac:cxnSpMkLst>
            <pc:docMk/>
            <pc:sldMk cId="783297134" sldId="256"/>
            <ac:cxnSpMk id="11" creationId="{13318E7C-A6E7-9386-1334-97259A021957}"/>
          </ac:cxnSpMkLst>
        </pc:cxnChg>
      </pc:sldChg>
      <pc:sldChg chg="addSp delSp modSp new mod">
        <pc:chgData name="兴铎 邓" userId="ce8efad1cfb2fde1" providerId="LiveId" clId="{EB4AA475-C928-44A5-965E-B325C52DC827}" dt="2026-02-26T07:19:21.249" v="2344" actId="14838"/>
        <pc:sldMkLst>
          <pc:docMk/>
          <pc:sldMk cId="3297523271" sldId="257"/>
        </pc:sldMkLst>
        <pc:spChg chg="add mod">
          <ac:chgData name="兴铎 邓" userId="ce8efad1cfb2fde1" providerId="LiveId" clId="{EB4AA475-C928-44A5-965E-B325C52DC827}" dt="2026-02-26T07:13:53.371" v="2201" actId="1076"/>
          <ac:spMkLst>
            <pc:docMk/>
            <pc:sldMk cId="3297523271" sldId="257"/>
            <ac:spMk id="4" creationId="{EB6CDA20-C79D-52CB-ECFB-DE2C2247E380}"/>
          </ac:spMkLst>
        </pc:spChg>
        <pc:spChg chg="add mod">
          <ac:chgData name="兴铎 邓" userId="ce8efad1cfb2fde1" providerId="LiveId" clId="{EB4AA475-C928-44A5-965E-B325C52DC827}" dt="2026-02-25T13:46:56.317" v="1455" actId="207"/>
          <ac:spMkLst>
            <pc:docMk/>
            <pc:sldMk cId="3297523271" sldId="257"/>
            <ac:spMk id="6" creationId="{49D85CE9-457F-39C2-2517-4964CEA5E7E1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7" creationId="{63241E8D-A009-EDDF-C134-8A7A0F4A40A7}"/>
          </ac:spMkLst>
        </pc:spChg>
        <pc:spChg chg="add mod">
          <ac:chgData name="兴铎 邓" userId="ce8efad1cfb2fde1" providerId="LiveId" clId="{EB4AA475-C928-44A5-965E-B325C52DC827}" dt="2026-02-26T07:18:39.428" v="2337" actId="113"/>
          <ac:spMkLst>
            <pc:docMk/>
            <pc:sldMk cId="3297523271" sldId="257"/>
            <ac:spMk id="8" creationId="{DCD0D7A0-25D1-F160-9643-D3E456C162C5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9" creationId="{C4CB09EC-BC45-31CB-0A1A-2B0D0A519435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10" creationId="{5052C12C-DA59-7549-5310-35989253EF1F}"/>
          </ac:spMkLst>
        </pc:spChg>
        <pc:spChg chg="add mod">
          <ac:chgData name="兴铎 邓" userId="ce8efad1cfb2fde1" providerId="LiveId" clId="{EB4AA475-C928-44A5-965E-B325C52DC827}" dt="2026-02-26T07:18:51.534" v="2340" actId="113"/>
          <ac:spMkLst>
            <pc:docMk/>
            <pc:sldMk cId="3297523271" sldId="257"/>
            <ac:spMk id="11" creationId="{C9CE8DC9-AE24-6CAD-D33C-AAD416C04424}"/>
          </ac:spMkLst>
        </pc:spChg>
        <pc:spChg chg="add mod">
          <ac:chgData name="兴铎 邓" userId="ce8efad1cfb2fde1" providerId="LiveId" clId="{EB4AA475-C928-44A5-965E-B325C52DC827}" dt="2026-02-25T13:36:34.803" v="1174" actId="164"/>
          <ac:spMkLst>
            <pc:docMk/>
            <pc:sldMk cId="3297523271" sldId="257"/>
            <ac:spMk id="12" creationId="{177A3E2C-50B5-C6F1-19AA-20A432403F7B}"/>
          </ac:spMkLst>
        </pc:spChg>
        <pc:spChg chg="mod topLvl">
          <ac:chgData name="兴铎 邓" userId="ce8efad1cfb2fde1" providerId="LiveId" clId="{EB4AA475-C928-44A5-965E-B325C52DC827}" dt="2026-02-25T13:47:00.892" v="1456" actId="207"/>
          <ac:spMkLst>
            <pc:docMk/>
            <pc:sldMk cId="3297523271" sldId="257"/>
            <ac:spMk id="15" creationId="{B08C5825-B1A6-861F-D38A-ACF6445CB3ED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6" creationId="{54990AA3-14A5-7EF7-AD72-A146C37FBC7C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7" creationId="{B02C8165-A36F-A568-62B2-EC5B44EFBF0C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8" creationId="{0EA26A7A-78E7-6282-31DE-DFE079C99C56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19" creationId="{57BCDB82-0C46-7B50-4B9C-8680B080C341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0" creationId="{186182AD-454F-4AFE-2566-18C430F93FF8}"/>
          </ac:spMkLst>
        </pc:spChg>
        <pc:spChg chg="mod topLvl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1" creationId="{E796FB05-E08A-96AF-81DB-C526B7AB4AB4}"/>
          </ac:spMkLst>
        </pc:spChg>
        <pc:spChg chg="add mod">
          <ac:chgData name="兴铎 邓" userId="ce8efad1cfb2fde1" providerId="LiveId" clId="{EB4AA475-C928-44A5-965E-B325C52DC827}" dt="2026-02-25T13:39:42.061" v="1257"/>
          <ac:spMkLst>
            <pc:docMk/>
            <pc:sldMk cId="3297523271" sldId="257"/>
            <ac:spMk id="22" creationId="{CC633F9F-015C-5102-C3F9-A6FC0CBBA5AF}"/>
          </ac:spMkLst>
        </pc:spChg>
        <pc:spChg chg="add mod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3" creationId="{AC8438E7-68EB-CFE7-DF3E-FB70E335E58C}"/>
          </ac:spMkLst>
        </pc:spChg>
        <pc:spChg chg="add mod">
          <ac:chgData name="兴铎 邓" userId="ce8efad1cfb2fde1" providerId="LiveId" clId="{EB4AA475-C928-44A5-965E-B325C52DC827}" dt="2026-02-26T07:18:42.245" v="2338" actId="113"/>
          <ac:spMkLst>
            <pc:docMk/>
            <pc:sldMk cId="3297523271" sldId="257"/>
            <ac:spMk id="24" creationId="{ADDFEC4B-CABD-0C07-702D-A8021D8AC839}"/>
          </ac:spMkLst>
        </pc:spChg>
        <pc:spChg chg="add mod">
          <ac:chgData name="兴铎 邓" userId="ce8efad1cfb2fde1" providerId="LiveId" clId="{EB4AA475-C928-44A5-965E-B325C52DC827}" dt="2026-02-25T13:41:23.474" v="1319" actId="1076"/>
          <ac:spMkLst>
            <pc:docMk/>
            <pc:sldMk cId="3297523271" sldId="257"/>
            <ac:spMk id="25" creationId="{45C45963-7B9D-2E66-09B3-CCE33049553F}"/>
          </ac:spMkLst>
        </pc:spChg>
        <pc:spChg chg="add mod">
          <ac:chgData name="兴铎 邓" userId="ce8efad1cfb2fde1" providerId="LiveId" clId="{EB4AA475-C928-44A5-965E-B325C52DC827}" dt="2026-02-26T07:18:54.467" v="2341" actId="113"/>
          <ac:spMkLst>
            <pc:docMk/>
            <pc:sldMk cId="3297523271" sldId="257"/>
            <ac:spMk id="26" creationId="{128F5FDA-235E-9AAB-F2EC-5B8090A5CE18}"/>
          </ac:spMkLst>
        </pc:spChg>
        <pc:spChg chg="add mod">
          <ac:chgData name="兴铎 邓" userId="ce8efad1cfb2fde1" providerId="LiveId" clId="{EB4AA475-C928-44A5-965E-B325C52DC827}" dt="2026-02-25T13:42:39.156" v="1376" actId="164"/>
          <ac:spMkLst>
            <pc:docMk/>
            <pc:sldMk cId="3297523271" sldId="257"/>
            <ac:spMk id="27" creationId="{F275D169-2A87-69F9-CDCA-51F9FD405EBF}"/>
          </ac:spMkLst>
        </pc:spChg>
        <pc:spChg chg="mod">
          <ac:chgData name="兴铎 邓" userId="ce8efad1cfb2fde1" providerId="LiveId" clId="{EB4AA475-C928-44A5-965E-B325C52DC827}" dt="2026-02-25T13:47:03.714" v="1457" actId="207"/>
          <ac:spMkLst>
            <pc:docMk/>
            <pc:sldMk cId="3297523271" sldId="257"/>
            <ac:spMk id="30" creationId="{43532AA7-07F8-DA24-A098-20DBA7B24FE4}"/>
          </ac:spMkLst>
        </pc:spChg>
        <pc:spChg chg="mod">
          <ac:chgData name="兴铎 邓" userId="ce8efad1cfb2fde1" providerId="LiveId" clId="{EB4AA475-C928-44A5-965E-B325C52DC827}" dt="2026-02-25T13:43:53.937" v="1411"/>
          <ac:spMkLst>
            <pc:docMk/>
            <pc:sldMk cId="3297523271" sldId="257"/>
            <ac:spMk id="31" creationId="{FC7A2A54-67B7-BB77-6F7B-F0F84C544486}"/>
          </ac:spMkLst>
        </pc:spChg>
        <pc:spChg chg="mod">
          <ac:chgData name="兴铎 邓" userId="ce8efad1cfb2fde1" providerId="LiveId" clId="{EB4AA475-C928-44A5-965E-B325C52DC827}" dt="2026-02-26T07:18:44.484" v="2339" actId="113"/>
          <ac:spMkLst>
            <pc:docMk/>
            <pc:sldMk cId="3297523271" sldId="257"/>
            <ac:spMk id="32" creationId="{C257DA43-0BE5-B9C9-66E6-6E3DF6142799}"/>
          </ac:spMkLst>
        </pc:spChg>
        <pc:spChg chg="mod">
          <ac:chgData name="兴铎 邓" userId="ce8efad1cfb2fde1" providerId="LiveId" clId="{EB4AA475-C928-44A5-965E-B325C52DC827}" dt="2026-02-25T13:43:57.990" v="1434"/>
          <ac:spMkLst>
            <pc:docMk/>
            <pc:sldMk cId="3297523271" sldId="257"/>
            <ac:spMk id="33" creationId="{CD959281-9E29-16C2-C208-D6DF604314FD}"/>
          </ac:spMkLst>
        </pc:spChg>
        <pc:spChg chg="mod">
          <ac:chgData name="兴铎 邓" userId="ce8efad1cfb2fde1" providerId="LiveId" clId="{EB4AA475-C928-44A5-965E-B325C52DC827}" dt="2026-02-25T13:44:39.828" v="1453" actId="207"/>
          <ac:spMkLst>
            <pc:docMk/>
            <pc:sldMk cId="3297523271" sldId="257"/>
            <ac:spMk id="34" creationId="{D8C646B3-4D44-54D7-B107-474771CDACB8}"/>
          </ac:spMkLst>
        </pc:spChg>
        <pc:spChg chg="mod">
          <ac:chgData name="兴铎 邓" userId="ce8efad1cfb2fde1" providerId="LiveId" clId="{EB4AA475-C928-44A5-965E-B325C52DC827}" dt="2026-02-26T07:18:58.391" v="2342" actId="113"/>
          <ac:spMkLst>
            <pc:docMk/>
            <pc:sldMk cId="3297523271" sldId="257"/>
            <ac:spMk id="35" creationId="{626CEFF6-0354-3797-2D37-354014D4E2C1}"/>
          </ac:spMkLst>
        </pc:spChg>
        <pc:spChg chg="mod">
          <ac:chgData name="兴铎 邓" userId="ce8efad1cfb2fde1" providerId="LiveId" clId="{EB4AA475-C928-44A5-965E-B325C52DC827}" dt="2026-02-25T13:44:19.688" v="1451" actId="947"/>
          <ac:spMkLst>
            <pc:docMk/>
            <pc:sldMk cId="3297523271" sldId="257"/>
            <ac:spMk id="36" creationId="{71956D84-DBAB-367B-E9AA-A9FFF1D06AD9}"/>
          </ac:spMkLst>
        </pc:spChg>
        <pc:spChg chg="add mod">
          <ac:chgData name="兴铎 邓" userId="ce8efad1cfb2fde1" providerId="LiveId" clId="{EB4AA475-C928-44A5-965E-B325C52DC827}" dt="2026-02-26T07:18:32.783" v="2336" actId="113"/>
          <ac:spMkLst>
            <pc:docMk/>
            <pc:sldMk cId="3297523271" sldId="257"/>
            <ac:spMk id="37" creationId="{647FF711-FB28-404D-1248-ECDBDAB2895A}"/>
          </ac:spMkLst>
        </pc:spChg>
        <pc:spChg chg="add mod">
          <ac:chgData name="兴铎 邓" userId="ce8efad1cfb2fde1" providerId="LiveId" clId="{EB4AA475-C928-44A5-965E-B325C52DC827}" dt="2026-02-26T07:19:18.054" v="2343" actId="14838"/>
          <ac:spMkLst>
            <pc:docMk/>
            <pc:sldMk cId="3297523271" sldId="257"/>
            <ac:spMk id="49" creationId="{3934DE6F-A046-F45B-B98B-0C6F6C739DC0}"/>
          </ac:spMkLst>
        </pc:spChg>
        <pc:spChg chg="mod">
          <ac:chgData name="兴铎 邓" userId="ce8efad1cfb2fde1" providerId="LiveId" clId="{EB4AA475-C928-44A5-965E-B325C52DC827}" dt="2026-02-26T07:19:21.249" v="2344" actId="14838"/>
          <ac:spMkLst>
            <pc:docMk/>
            <pc:sldMk cId="3297523271" sldId="257"/>
            <ac:spMk id="54" creationId="{C953CE2A-C892-0F8B-686F-22BC01E84ED8}"/>
          </ac:spMkLst>
        </pc:spChg>
        <pc:spChg chg="add mod">
          <ac:chgData name="兴铎 邓" userId="ce8efad1cfb2fde1" providerId="LiveId" clId="{EB4AA475-C928-44A5-965E-B325C52DC827}" dt="2026-02-26T07:17:57.096" v="2329" actId="1076"/>
          <ac:spMkLst>
            <pc:docMk/>
            <pc:sldMk cId="3297523271" sldId="257"/>
            <ac:spMk id="59" creationId="{BBB61A83-3E6D-1E85-501A-F43A439384B1}"/>
          </ac:spMkLst>
        </pc:spChg>
        <pc:grpChg chg="add mod">
          <ac:chgData name="兴铎 邓" userId="ce8efad1cfb2fde1" providerId="LiveId" clId="{EB4AA475-C928-44A5-965E-B325C52DC827}" dt="2026-02-26T07:13:32.764" v="2198" actId="12789"/>
          <ac:grpSpMkLst>
            <pc:docMk/>
            <pc:sldMk cId="3297523271" sldId="257"/>
            <ac:grpSpMk id="2" creationId="{B9AC8D39-B6B6-E235-6B70-8FDB47C86F47}"/>
          </ac:grpSpMkLst>
        </pc:grpChg>
        <pc:grpChg chg="add mod">
          <ac:chgData name="兴铎 邓" userId="ce8efad1cfb2fde1" providerId="LiveId" clId="{EB4AA475-C928-44A5-965E-B325C52DC827}" dt="2026-02-26T07:08:33.783" v="2106" actId="164"/>
          <ac:grpSpMkLst>
            <pc:docMk/>
            <pc:sldMk cId="3297523271" sldId="257"/>
            <ac:grpSpMk id="13" creationId="{B19F373B-FB6C-ABB4-1611-7A504B324057}"/>
          </ac:grpSpMkLst>
        </pc:grpChg>
        <pc:grpChg chg="mod">
          <ac:chgData name="兴铎 邓" userId="ce8efad1cfb2fde1" providerId="LiveId" clId="{EB4AA475-C928-44A5-965E-B325C52DC827}" dt="2026-02-26T07:08:33.783" v="2106" actId="164"/>
          <ac:grpSpMkLst>
            <pc:docMk/>
            <pc:sldMk cId="3297523271" sldId="257"/>
            <ac:grpSpMk id="28" creationId="{382A9AA3-0D95-6E96-59C1-181EA2DD6B86}"/>
          </ac:grpSpMkLst>
        </pc:grpChg>
        <pc:grpChg chg="add mod">
          <ac:chgData name="兴铎 邓" userId="ce8efad1cfb2fde1" providerId="LiveId" clId="{EB4AA475-C928-44A5-965E-B325C52DC827}" dt="2026-02-26T07:08:33.783" v="2106" actId="164"/>
          <ac:grpSpMkLst>
            <pc:docMk/>
            <pc:sldMk cId="3297523271" sldId="257"/>
            <ac:grpSpMk id="29" creationId="{15D5221B-8903-3B5B-D178-BA7D488B04EF}"/>
          </ac:grpSpMkLst>
        </pc:grpChg>
        <pc:grpChg chg="add del mod">
          <ac:chgData name="兴铎 邓" userId="ce8efad1cfb2fde1" providerId="LiveId" clId="{EB4AA475-C928-44A5-965E-B325C52DC827}" dt="2026-02-26T07:10:45.355" v="2128" actId="165"/>
          <ac:grpSpMkLst>
            <pc:docMk/>
            <pc:sldMk cId="3297523271" sldId="257"/>
            <ac:grpSpMk id="38" creationId="{08761882-9F87-F0A5-E4CC-209689AD6E7E}"/>
          </ac:grpSpMkLst>
        </pc:grpChg>
        <pc:grpChg chg="add del mod">
          <ac:chgData name="兴铎 邓" userId="ce8efad1cfb2fde1" providerId="LiveId" clId="{EB4AA475-C928-44A5-965E-B325C52DC827}" dt="2026-02-26T07:11:09.041" v="2144" actId="478"/>
          <ac:grpSpMkLst>
            <pc:docMk/>
            <pc:sldMk cId="3297523271" sldId="257"/>
            <ac:grpSpMk id="39" creationId="{0A60042C-EB29-93F3-10E7-83626F6ACF61}"/>
          </ac:grpSpMkLst>
        </pc:grpChg>
        <pc:grpChg chg="add mod">
          <ac:chgData name="兴铎 邓" userId="ce8efad1cfb2fde1" providerId="LiveId" clId="{EB4AA475-C928-44A5-965E-B325C52DC827}" dt="2026-02-26T07:12:47.764" v="2188" actId="164"/>
          <ac:grpSpMkLst>
            <pc:docMk/>
            <pc:sldMk cId="3297523271" sldId="257"/>
            <ac:grpSpMk id="45" creationId="{94EE890E-5E7A-B45C-10D6-C78DC9677DCA}"/>
          </ac:grpSpMkLst>
        </pc:grpChg>
        <pc:grpChg chg="add mod">
          <ac:chgData name="兴铎 邓" userId="ce8efad1cfb2fde1" providerId="LiveId" clId="{EB4AA475-C928-44A5-965E-B325C52DC827}" dt="2026-02-26T07:12:47.764" v="2188" actId="164"/>
          <ac:grpSpMkLst>
            <pc:docMk/>
            <pc:sldMk cId="3297523271" sldId="257"/>
            <ac:grpSpMk id="46" creationId="{628C8FBC-9D6B-6ED1-632F-98744DB22BF8}"/>
          </ac:grpSpMkLst>
        </pc:grpChg>
        <pc:grpChg chg="add mod">
          <ac:chgData name="兴铎 邓" userId="ce8efad1cfb2fde1" providerId="LiveId" clId="{EB4AA475-C928-44A5-965E-B325C52DC827}" dt="2026-02-26T07:13:32.764" v="2198" actId="12789"/>
          <ac:grpSpMkLst>
            <pc:docMk/>
            <pc:sldMk cId="3297523271" sldId="257"/>
            <ac:grpSpMk id="50" creationId="{CE508BD0-1098-62F7-F494-8AA70204B924}"/>
          </ac:grpSpMkLst>
        </pc:grpChg>
        <pc:grpChg chg="add mod">
          <ac:chgData name="兴铎 邓" userId="ce8efad1cfb2fde1" providerId="LiveId" clId="{EB4AA475-C928-44A5-965E-B325C52DC827}" dt="2026-02-26T07:14:04.845" v="2203" actId="1076"/>
          <ac:grpSpMkLst>
            <pc:docMk/>
            <pc:sldMk cId="3297523271" sldId="257"/>
            <ac:grpSpMk id="51" creationId="{A319E33A-0441-C628-4F52-DBF0C136F5B9}"/>
          </ac:grpSpMkLst>
        </pc:grpChg>
        <pc:grpChg chg="mod">
          <ac:chgData name="兴铎 邓" userId="ce8efad1cfb2fde1" providerId="LiveId" clId="{EB4AA475-C928-44A5-965E-B325C52DC827}" dt="2026-02-26T07:13:58.317" v="2202"/>
          <ac:grpSpMkLst>
            <pc:docMk/>
            <pc:sldMk cId="3297523271" sldId="257"/>
            <ac:grpSpMk id="52" creationId="{D2D527AF-5DC2-F9BA-34C8-5A19597850D6}"/>
          </ac:grpSpMkLst>
        </pc:grpChg>
        <pc:grpChg chg="mod">
          <ac:chgData name="兴铎 邓" userId="ce8efad1cfb2fde1" providerId="LiveId" clId="{EB4AA475-C928-44A5-965E-B325C52DC827}" dt="2026-02-26T07:13:58.317" v="2202"/>
          <ac:grpSpMkLst>
            <pc:docMk/>
            <pc:sldMk cId="3297523271" sldId="257"/>
            <ac:grpSpMk id="53" creationId="{8B3CD270-24E4-0852-1227-164820A8D999}"/>
          </ac:grpSpMkLst>
        </pc:grpChg>
        <pc:cxnChg chg="add mod topLvl">
          <ac:chgData name="兴铎 邓" userId="ce8efad1cfb2fde1" providerId="LiveId" clId="{EB4AA475-C928-44A5-965E-B325C52DC827}" dt="2026-02-26T07:11:23.638" v="2145" actId="164"/>
          <ac:cxnSpMkLst>
            <pc:docMk/>
            <pc:sldMk cId="3297523271" sldId="257"/>
            <ac:cxnSpMk id="5" creationId="{02275663-8875-BD72-6D1A-DBDE47B79BB4}"/>
          </ac:cxnSpMkLst>
        </pc:cxnChg>
        <pc:cxnChg chg="add del mod topLvl">
          <ac:chgData name="兴铎 邓" userId="ce8efad1cfb2fde1" providerId="LiveId" clId="{EB4AA475-C928-44A5-965E-B325C52DC827}" dt="2026-02-26T07:10:53.468" v="2131" actId="478"/>
          <ac:cxnSpMkLst>
            <pc:docMk/>
            <pc:sldMk cId="3297523271" sldId="257"/>
            <ac:cxnSpMk id="14" creationId="{2F1A0E22-34D9-F0C0-7F05-FEA936954124}"/>
          </ac:cxnSpMkLst>
        </pc:cxnChg>
        <pc:cxnChg chg="mod">
          <ac:chgData name="兴铎 邓" userId="ce8efad1cfb2fde1" providerId="LiveId" clId="{EB4AA475-C928-44A5-965E-B325C52DC827}" dt="2026-02-26T07:09:51.552" v="2120" actId="571"/>
          <ac:cxnSpMkLst>
            <pc:docMk/>
            <pc:sldMk cId="3297523271" sldId="257"/>
            <ac:cxnSpMk id="40" creationId="{C66539E3-46C0-AB75-63DB-A45D9C9FFAAE}"/>
          </ac:cxnSpMkLst>
        </pc:cxnChg>
        <pc:cxnChg chg="mod">
          <ac:chgData name="兴铎 邓" userId="ce8efad1cfb2fde1" providerId="LiveId" clId="{EB4AA475-C928-44A5-965E-B325C52DC827}" dt="2026-02-26T07:09:51.552" v="2120" actId="571"/>
          <ac:cxnSpMkLst>
            <pc:docMk/>
            <pc:sldMk cId="3297523271" sldId="257"/>
            <ac:cxnSpMk id="41" creationId="{F581F1CD-5A6E-194D-52D0-B01E24A6D013}"/>
          </ac:cxnSpMkLst>
        </pc:cxnChg>
        <pc:cxnChg chg="add mod">
          <ac:chgData name="兴铎 邓" userId="ce8efad1cfb2fde1" providerId="LiveId" clId="{EB4AA475-C928-44A5-965E-B325C52DC827}" dt="2026-02-26T07:11:23.638" v="2145" actId="164"/>
          <ac:cxnSpMkLst>
            <pc:docMk/>
            <pc:sldMk cId="3297523271" sldId="257"/>
            <ac:cxnSpMk id="44" creationId="{D8E57B6A-6365-01AB-0FBD-E0F07D060FB9}"/>
          </ac:cxnSpMkLst>
        </pc:cxnChg>
        <pc:cxnChg chg="mod">
          <ac:chgData name="兴铎 邓" userId="ce8efad1cfb2fde1" providerId="LiveId" clId="{EB4AA475-C928-44A5-965E-B325C52DC827}" dt="2026-02-26T07:11:25.055" v="2146" actId="571"/>
          <ac:cxnSpMkLst>
            <pc:docMk/>
            <pc:sldMk cId="3297523271" sldId="257"/>
            <ac:cxnSpMk id="47" creationId="{384F04AF-E23C-6850-5FDE-1073670177E3}"/>
          </ac:cxnSpMkLst>
        </pc:cxnChg>
        <pc:cxnChg chg="mod">
          <ac:chgData name="兴铎 邓" userId="ce8efad1cfb2fde1" providerId="LiveId" clId="{EB4AA475-C928-44A5-965E-B325C52DC827}" dt="2026-02-26T07:11:25.055" v="2146" actId="571"/>
          <ac:cxnSpMkLst>
            <pc:docMk/>
            <pc:sldMk cId="3297523271" sldId="257"/>
            <ac:cxnSpMk id="48" creationId="{332D02CF-1AD0-2C4B-6DB2-5E5BABB85373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5" creationId="{999649B1-52E6-B8A4-7A1D-3127966F5059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6" creationId="{798765AA-9440-405D-A21C-9CD22FE81865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7" creationId="{57F4F974-5625-7D2B-1295-02254BD9B0B6}"/>
          </ac:cxnSpMkLst>
        </pc:cxnChg>
        <pc:cxnChg chg="mod">
          <ac:chgData name="兴铎 邓" userId="ce8efad1cfb2fde1" providerId="LiveId" clId="{EB4AA475-C928-44A5-965E-B325C52DC827}" dt="2026-02-26T07:13:58.317" v="2202"/>
          <ac:cxnSpMkLst>
            <pc:docMk/>
            <pc:sldMk cId="3297523271" sldId="257"/>
            <ac:cxnSpMk id="58" creationId="{39A85DA7-9DDD-56D0-23F5-B0164C40CF72}"/>
          </ac:cxnSpMkLst>
        </pc:cxnChg>
      </pc:sldChg>
      <pc:sldChg chg="addSp delSp modSp new mod ord">
        <pc:chgData name="兴铎 邓" userId="ce8efad1cfb2fde1" providerId="LiveId" clId="{EB4AA475-C928-44A5-965E-B325C52DC827}" dt="2026-02-26T07:17:29.075" v="2280" actId="1076"/>
        <pc:sldMkLst>
          <pc:docMk/>
          <pc:sldMk cId="636894323" sldId="258"/>
        </pc:sldMkLst>
        <pc:spChg chg="add mod">
          <ac:chgData name="兴铎 邓" userId="ce8efad1cfb2fde1" providerId="LiveId" clId="{EB4AA475-C928-44A5-965E-B325C52DC827}" dt="2026-02-26T07:00:42.847" v="2080" actId="1076"/>
          <ac:spMkLst>
            <pc:docMk/>
            <pc:sldMk cId="636894323" sldId="258"/>
            <ac:spMk id="4" creationId="{0EEDD93E-591C-8B3E-6F5C-EBE9165C6AFB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8" creationId="{DF67A86D-9180-01E4-3C4B-60F3BC667A76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9" creationId="{2ABBE15A-6DE0-DC82-D8B6-CC677C93CFCE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0" creationId="{D9248E19-F018-23DA-5F73-05C57EE5F619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1" creationId="{6D9FC353-8A8E-49C5-497A-EDC1A0E68D52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2" creationId="{5C753646-9C29-CC5F-8B2A-6624991C5F2E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3" creationId="{5856685F-9E84-B45C-ACF5-5530522AB1E8}"/>
          </ac:spMkLst>
        </pc:spChg>
        <pc:spChg chg="add mod">
          <ac:chgData name="兴铎 邓" userId="ce8efad1cfb2fde1" providerId="LiveId" clId="{EB4AA475-C928-44A5-965E-B325C52DC827}" dt="2026-02-26T07:17:29.075" v="2280" actId="1076"/>
          <ac:spMkLst>
            <pc:docMk/>
            <pc:sldMk cId="636894323" sldId="258"/>
            <ac:spMk id="16" creationId="{7F3398B6-70F6-3BF7-04A2-65A438591288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8" creationId="{467FB685-2A03-6A69-CE3E-A16D0C839C53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19" creationId="{D294AEFA-F426-8E2B-4DD2-4C73CA42C426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35" creationId="{D0230C0A-9F6D-A956-FC95-556F5BC9A0DD}"/>
          </ac:spMkLst>
        </pc:spChg>
        <pc:spChg chg="add mod topLvl">
          <ac:chgData name="兴铎 邓" userId="ce8efad1cfb2fde1" providerId="LiveId" clId="{EB4AA475-C928-44A5-965E-B325C52DC827}" dt="2026-02-26T06:56:36.400" v="2008" actId="338"/>
          <ac:spMkLst>
            <pc:docMk/>
            <pc:sldMk cId="636894323" sldId="258"/>
            <ac:spMk id="36" creationId="{5D586277-D373-7B31-4F63-2A92EF3DB1E3}"/>
          </ac:spMkLst>
        </pc:spChg>
        <pc:grpChg chg="add mod">
          <ac:chgData name="兴铎 邓" userId="ce8efad1cfb2fde1" providerId="LiveId" clId="{EB4AA475-C928-44A5-965E-B325C52DC827}" dt="2026-02-26T06:55:12.611" v="1970" actId="164"/>
          <ac:grpSpMkLst>
            <pc:docMk/>
            <pc:sldMk cId="636894323" sldId="258"/>
            <ac:grpSpMk id="2" creationId="{D152B384-CD6C-776C-1D81-C374FA2F18F7}"/>
          </ac:grpSpMkLst>
        </pc:grpChg>
        <pc:grpChg chg="add mod">
          <ac:chgData name="兴铎 邓" userId="ce8efad1cfb2fde1" providerId="LiveId" clId="{EB4AA475-C928-44A5-965E-B325C52DC827}" dt="2026-02-26T06:55:11.515" v="1969" actId="164"/>
          <ac:grpSpMkLst>
            <pc:docMk/>
            <pc:sldMk cId="636894323" sldId="258"/>
            <ac:grpSpMk id="3" creationId="{5CE2D284-E386-77E2-2A43-6C5827FF2558}"/>
          </ac:grpSpMkLst>
        </pc:grpChg>
        <pc:grpChg chg="add mod">
          <ac:chgData name="兴铎 邓" userId="ce8efad1cfb2fde1" providerId="LiveId" clId="{EB4AA475-C928-44A5-965E-B325C52DC827}" dt="2026-02-26T06:56:14.086" v="2003" actId="1076"/>
          <ac:grpSpMkLst>
            <pc:docMk/>
            <pc:sldMk cId="636894323" sldId="258"/>
            <ac:grpSpMk id="5" creationId="{F815ACE3-BE74-2996-2334-AB76D3E414BD}"/>
          </ac:grpSpMkLst>
        </pc:grpChg>
        <pc:grpChg chg="add mod">
          <ac:chgData name="兴铎 邓" userId="ce8efad1cfb2fde1" providerId="LiveId" clId="{EB4AA475-C928-44A5-965E-B325C52DC827}" dt="2026-02-26T06:56:04.817" v="1999" actId="164"/>
          <ac:grpSpMkLst>
            <pc:docMk/>
            <pc:sldMk cId="636894323" sldId="258"/>
            <ac:grpSpMk id="6" creationId="{6A0062B0-E260-4937-C480-E927230DF258}"/>
          </ac:grpSpMkLst>
        </pc:grpChg>
        <pc:grpChg chg="mod">
          <ac:chgData name="兴铎 邓" userId="ce8efad1cfb2fde1" providerId="LiveId" clId="{EB4AA475-C928-44A5-965E-B325C52DC827}" dt="2026-02-26T06:56:42.989" v="2009" actId="12788"/>
          <ac:grpSpMkLst>
            <pc:docMk/>
            <pc:sldMk cId="636894323" sldId="258"/>
            <ac:grpSpMk id="14" creationId="{7DB9DCA6-3D64-B501-4841-198403166B28}"/>
          </ac:grpSpMkLst>
        </pc:grpChg>
        <pc:grpChg chg="add mod">
          <ac:chgData name="兴铎 邓" userId="ce8efad1cfb2fde1" providerId="LiveId" clId="{EB4AA475-C928-44A5-965E-B325C52DC827}" dt="2026-02-26T06:55:29.071" v="1972" actId="164"/>
          <ac:grpSpMkLst>
            <pc:docMk/>
            <pc:sldMk cId="636894323" sldId="258"/>
            <ac:grpSpMk id="25" creationId="{9EAEAF18-BA8D-2D99-5604-2966D1E0206E}"/>
          </ac:grpSpMkLst>
        </pc:grpChg>
        <pc:grpChg chg="add mod">
          <ac:chgData name="兴铎 邓" userId="ce8efad1cfb2fde1" providerId="LiveId" clId="{EB4AA475-C928-44A5-965E-B325C52DC827}" dt="2026-02-26T06:55:29.071" v="1972" actId="164"/>
          <ac:grpSpMkLst>
            <pc:docMk/>
            <pc:sldMk cId="636894323" sldId="258"/>
            <ac:grpSpMk id="33" creationId="{E01FCC33-87D1-2D8B-ED95-238D1958BE50}"/>
          </ac:grpSpMkLst>
        </pc:grpChg>
        <pc:grpChg chg="mod">
          <ac:chgData name="兴铎 邓" userId="ce8efad1cfb2fde1" providerId="LiveId" clId="{EB4AA475-C928-44A5-965E-B325C52DC827}" dt="2026-02-26T06:53:45.261" v="1963" actId="1076"/>
          <ac:grpSpMkLst>
            <pc:docMk/>
            <pc:sldMk cId="636894323" sldId="258"/>
            <ac:grpSpMk id="37" creationId="{8394CEC7-A74B-9DC1-0F8D-71C2450C9CA5}"/>
          </ac:grpSpMkLst>
        </pc:grpChg>
        <pc:picChg chg="add mod">
          <ac:chgData name="兴铎 邓" userId="ce8efad1cfb2fde1" providerId="LiveId" clId="{EB4AA475-C928-44A5-965E-B325C52DC827}" dt="2026-02-26T06:55:12.611" v="1970" actId="164"/>
          <ac:picMkLst>
            <pc:docMk/>
            <pc:sldMk cId="636894323" sldId="258"/>
            <ac:picMk id="7" creationId="{6EA9CE87-EE4B-B8A9-D75B-AADF35C7D524}"/>
          </ac:picMkLst>
        </pc:picChg>
        <pc:picChg chg="add mod">
          <ac:chgData name="兴铎 邓" userId="ce8efad1cfb2fde1" providerId="LiveId" clId="{EB4AA475-C928-44A5-965E-B325C52DC827}" dt="2026-02-26T06:55:29.071" v="1972" actId="164"/>
          <ac:picMkLst>
            <pc:docMk/>
            <pc:sldMk cId="636894323" sldId="258"/>
            <ac:picMk id="15" creationId="{3170FEF2-EA61-41A7-3F1D-2AE082321BB6}"/>
          </ac:picMkLst>
        </pc:picChg>
        <pc:picChg chg="add mod">
          <ac:chgData name="兴铎 邓" userId="ce8efad1cfb2fde1" providerId="LiveId" clId="{EB4AA475-C928-44A5-965E-B325C52DC827}" dt="2026-02-26T06:55:29.071" v="1972" actId="164"/>
          <ac:picMkLst>
            <pc:docMk/>
            <pc:sldMk cId="636894323" sldId="258"/>
            <ac:picMk id="17" creationId="{021C7010-0016-2A80-00F1-A753D06A2E1B}"/>
          </ac:picMkLst>
        </pc:picChg>
        <pc:picChg chg="add mod">
          <ac:chgData name="兴铎 邓" userId="ce8efad1cfb2fde1" providerId="LiveId" clId="{EB4AA475-C928-44A5-965E-B325C52DC827}" dt="2026-02-26T06:55:11.515" v="1969" actId="164"/>
          <ac:picMkLst>
            <pc:docMk/>
            <pc:sldMk cId="636894323" sldId="258"/>
            <ac:picMk id="26" creationId="{9529F089-D64D-F90D-8F20-0B37A8FED944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28" creationId="{46E949FB-FB68-5D21-B6B3-57F1A52BA5F9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30" creationId="{3FFF9ABD-A1D2-BF1D-BC07-DD62E3885179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32" creationId="{C79AB7D4-7A74-B009-7A69-DD5EC1EDD96F}"/>
          </ac:picMkLst>
        </pc:picChg>
        <pc:picChg chg="add mod">
          <ac:chgData name="兴铎 邓" userId="ce8efad1cfb2fde1" providerId="LiveId" clId="{EB4AA475-C928-44A5-965E-B325C52DC827}" dt="2026-02-25T14:02:21.278" v="1527" actId="164"/>
          <ac:picMkLst>
            <pc:docMk/>
            <pc:sldMk cId="636894323" sldId="258"/>
            <ac:picMk id="34" creationId="{F6A0AB90-10C9-3B12-BDBD-246C36DC7216}"/>
          </ac:picMkLst>
        </pc:picChg>
        <pc:cxnChg chg="add mod">
          <ac:chgData name="兴铎 邓" userId="ce8efad1cfb2fde1" providerId="LiveId" clId="{EB4AA475-C928-44A5-965E-B325C52DC827}" dt="2026-02-25T14:11:04.441" v="1764" actId="164"/>
          <ac:cxnSpMkLst>
            <pc:docMk/>
            <pc:sldMk cId="636894323" sldId="258"/>
            <ac:cxnSpMk id="21" creationId="{4403B756-BE55-5DF7-8E8F-749DDFEF6695}"/>
          </ac:cxnSpMkLst>
        </pc:cxnChg>
        <pc:cxnChg chg="add mod ord">
          <ac:chgData name="兴铎 邓" userId="ce8efad1cfb2fde1" providerId="LiveId" clId="{EB4AA475-C928-44A5-965E-B325C52DC827}" dt="2026-02-25T14:11:04.441" v="1764" actId="164"/>
          <ac:cxnSpMkLst>
            <pc:docMk/>
            <pc:sldMk cId="636894323" sldId="258"/>
            <ac:cxnSpMk id="23" creationId="{D271F82B-6E8D-9225-CFF6-050C92EEBDE4}"/>
          </ac:cxnSpMkLst>
        </pc:cxnChg>
        <pc:cxnChg chg="mod topLvl">
          <ac:chgData name="兴铎 邓" userId="ce8efad1cfb2fde1" providerId="LiveId" clId="{EB4AA475-C928-44A5-965E-B325C52DC827}" dt="2026-02-25T14:12:23.606" v="1775" actId="164"/>
          <ac:cxnSpMkLst>
            <pc:docMk/>
            <pc:sldMk cId="636894323" sldId="258"/>
            <ac:cxnSpMk id="29" creationId="{907EAC39-074F-4CA2-8027-05679991FB56}"/>
          </ac:cxnSpMkLst>
        </pc:cxnChg>
        <pc:cxnChg chg="mod topLvl">
          <ac:chgData name="兴铎 邓" userId="ce8efad1cfb2fde1" providerId="LiveId" clId="{EB4AA475-C928-44A5-965E-B325C52DC827}" dt="2026-02-25T14:12:23.606" v="1775" actId="164"/>
          <ac:cxnSpMkLst>
            <pc:docMk/>
            <pc:sldMk cId="636894323" sldId="258"/>
            <ac:cxnSpMk id="31" creationId="{1E5CCF93-28CF-117D-5FFE-0B3DBC06FE95}"/>
          </ac:cxnSpMkLst>
        </pc:cxnChg>
      </pc:sldChg>
      <pc:sldChg chg="addSp delSp modSp new mod">
        <pc:chgData name="兴铎 邓" userId="ce8efad1cfb2fde1" providerId="LiveId" clId="{EB4AA475-C928-44A5-965E-B325C52DC827}" dt="2026-02-26T12:06:54.744" v="3977" actId="947"/>
        <pc:sldMkLst>
          <pc:docMk/>
          <pc:sldMk cId="3384946107" sldId="259"/>
        </pc:sldMkLst>
        <pc:spChg chg="add mod">
          <ac:chgData name="兴铎 邓" userId="ce8efad1cfb2fde1" providerId="LiveId" clId="{EB4AA475-C928-44A5-965E-B325C52DC827}" dt="2026-02-26T07:22:33.865" v="2382" actId="6559"/>
          <ac:spMkLst>
            <pc:docMk/>
            <pc:sldMk cId="3384946107" sldId="259"/>
            <ac:spMk id="2" creationId="{8720C9DD-ED99-B8C4-F8D6-D7A92D631A23}"/>
          </ac:spMkLst>
        </pc:spChg>
        <pc:spChg chg="add mod">
          <ac:chgData name="兴铎 邓" userId="ce8efad1cfb2fde1" providerId="LiveId" clId="{EB4AA475-C928-44A5-965E-B325C52DC827}" dt="2026-02-26T12:06:54.744" v="3977" actId="947"/>
          <ac:spMkLst>
            <pc:docMk/>
            <pc:sldMk cId="3384946107" sldId="259"/>
            <ac:spMk id="4" creationId="{986EACD2-E293-2157-F56C-46D0A96BB50D}"/>
          </ac:spMkLst>
        </pc:spChg>
      </pc:sldChg>
      <pc:sldChg chg="addSp delSp modSp add mod">
        <pc:chgData name="兴铎 邓" userId="ce8efad1cfb2fde1" providerId="LiveId" clId="{EB4AA475-C928-44A5-965E-B325C52DC827}" dt="2026-02-26T11:32:32.594" v="3460" actId="947"/>
        <pc:sldMkLst>
          <pc:docMk/>
          <pc:sldMk cId="1485620303" sldId="260"/>
        </pc:sldMkLst>
        <pc:spChg chg="del">
          <ac:chgData name="兴铎 邓" userId="ce8efad1cfb2fde1" providerId="LiveId" clId="{EB4AA475-C928-44A5-965E-B325C52DC827}" dt="2026-02-26T07:29:48.828" v="2385" actId="478"/>
          <ac:spMkLst>
            <pc:docMk/>
            <pc:sldMk cId="1485620303" sldId="260"/>
            <ac:spMk id="2" creationId="{D40AC936-2276-7AE9-F5BF-44CC3662A7D5}"/>
          </ac:spMkLst>
        </pc:spChg>
        <pc:spChg chg="del">
          <ac:chgData name="兴铎 邓" userId="ce8efad1cfb2fde1" providerId="LiveId" clId="{EB4AA475-C928-44A5-965E-B325C52DC827}" dt="2026-02-26T07:29:47.389" v="2384" actId="478"/>
          <ac:spMkLst>
            <pc:docMk/>
            <pc:sldMk cId="1485620303" sldId="260"/>
            <ac:spMk id="4" creationId="{FA8AAB4C-8349-535F-D2F6-85427421C7BF}"/>
          </ac:spMkLst>
        </pc:spChg>
        <pc:spChg chg="add del mod">
          <ac:chgData name="兴铎 邓" userId="ce8efad1cfb2fde1" providerId="LiveId" clId="{EB4AA475-C928-44A5-965E-B325C52DC827}" dt="2026-02-26T07:41:37.975" v="2747" actId="478"/>
          <ac:spMkLst>
            <pc:docMk/>
            <pc:sldMk cId="1485620303" sldId="260"/>
            <ac:spMk id="5" creationId="{CB4E3037-FB35-1221-D95B-A06814A4093C}"/>
          </ac:spMkLst>
        </pc:spChg>
        <pc:spChg chg="add del">
          <ac:chgData name="兴铎 邓" userId="ce8efad1cfb2fde1" providerId="LiveId" clId="{EB4AA475-C928-44A5-965E-B325C52DC827}" dt="2026-02-26T07:42:32.769" v="2756" actId="478"/>
          <ac:spMkLst>
            <pc:docMk/>
            <pc:sldMk cId="1485620303" sldId="260"/>
            <ac:spMk id="13" creationId="{69EDF433-B983-840F-A54C-6556E7DE3877}"/>
          </ac:spMkLst>
        </pc:spChg>
        <pc:spChg chg="add del mod">
          <ac:chgData name="兴铎 邓" userId="ce8efad1cfb2fde1" providerId="LiveId" clId="{EB4AA475-C928-44A5-965E-B325C52DC827}" dt="2026-02-26T07:42:55.917" v="2759" actId="478"/>
          <ac:spMkLst>
            <pc:docMk/>
            <pc:sldMk cId="1485620303" sldId="260"/>
            <ac:spMk id="14" creationId="{FA06B875-52F3-88B9-4D42-3F859CE77AC7}"/>
          </ac:spMkLst>
        </pc:spChg>
        <pc:spChg chg="add mod">
          <ac:chgData name="兴铎 邓" userId="ce8efad1cfb2fde1" providerId="LiveId" clId="{EB4AA475-C928-44A5-965E-B325C52DC827}" dt="2026-02-26T07:46:28.237" v="2790" actId="767"/>
          <ac:spMkLst>
            <pc:docMk/>
            <pc:sldMk cId="1485620303" sldId="260"/>
            <ac:spMk id="26" creationId="{F5680D00-F03A-84A8-D580-4CD49BEEC844}"/>
          </ac:spMkLst>
        </pc:spChg>
        <pc:spChg chg="add mod topLvl">
          <ac:chgData name="兴铎 邓" userId="ce8efad1cfb2fde1" providerId="LiveId" clId="{EB4AA475-C928-44A5-965E-B325C52DC827}" dt="2026-02-26T11:28:56.188" v="3350" actId="164"/>
          <ac:spMkLst>
            <pc:docMk/>
            <pc:sldMk cId="1485620303" sldId="260"/>
            <ac:spMk id="27" creationId="{8E11C890-BCF4-9F91-4A1E-A5BF8A9D5D00}"/>
          </ac:spMkLst>
        </pc:spChg>
        <pc:spChg chg="add mod">
          <ac:chgData name="兴铎 邓" userId="ce8efad1cfb2fde1" providerId="LiveId" clId="{EB4AA475-C928-44A5-965E-B325C52DC827}" dt="2026-02-26T11:27:11.946" v="3303" actId="1036"/>
          <ac:spMkLst>
            <pc:docMk/>
            <pc:sldMk cId="1485620303" sldId="260"/>
            <ac:spMk id="30" creationId="{A7307773-8E54-D04E-D98B-521BB8D3122F}"/>
          </ac:spMkLst>
        </pc:spChg>
        <pc:spChg chg="mod">
          <ac:chgData name="兴铎 邓" userId="ce8efad1cfb2fde1" providerId="LiveId" clId="{EB4AA475-C928-44A5-965E-B325C52DC827}" dt="2026-02-26T11:27:09.257" v="3297" actId="1036"/>
          <ac:spMkLst>
            <pc:docMk/>
            <pc:sldMk cId="1485620303" sldId="260"/>
            <ac:spMk id="34" creationId="{3B09DCCC-03B7-49C5-F203-DAB6F26B3D09}"/>
          </ac:spMkLst>
        </pc:spChg>
        <pc:spChg chg="add mod">
          <ac:chgData name="兴铎 邓" userId="ce8efad1cfb2fde1" providerId="LiveId" clId="{EB4AA475-C928-44A5-965E-B325C52DC827}" dt="2026-02-26T11:32:32.594" v="3460" actId="947"/>
          <ac:spMkLst>
            <pc:docMk/>
            <pc:sldMk cId="1485620303" sldId="260"/>
            <ac:spMk id="35" creationId="{35ED96B9-643D-C835-6EE4-BCD796475C1B}"/>
          </ac:spMkLst>
        </pc:spChg>
        <pc:grpChg chg="add del mod topLvl">
          <ac:chgData name="兴铎 邓" userId="ce8efad1cfb2fde1" providerId="LiveId" clId="{EB4AA475-C928-44A5-965E-B325C52DC827}" dt="2026-02-26T11:19:47.466" v="3084" actId="165"/>
          <ac:grpSpMkLst>
            <pc:docMk/>
            <pc:sldMk cId="1485620303" sldId="260"/>
            <ac:grpSpMk id="25" creationId="{639939DA-D3A4-3BC4-0C4F-7FE2C2151228}"/>
          </ac:grpSpMkLst>
        </pc:grpChg>
        <pc:grpChg chg="add mod">
          <ac:chgData name="兴铎 邓" userId="ce8efad1cfb2fde1" providerId="LiveId" clId="{EB4AA475-C928-44A5-965E-B325C52DC827}" dt="2026-02-26T11:29:22.827" v="3386" actId="1035"/>
          <ac:grpSpMkLst>
            <pc:docMk/>
            <pc:sldMk cId="1485620303" sldId="260"/>
            <ac:grpSpMk id="31" creationId="{03028B40-C75B-83B0-EC12-68854C481EF7}"/>
          </ac:grpSpMkLst>
        </pc:grpChg>
        <pc:grpChg chg="add mod">
          <ac:chgData name="兴铎 邓" userId="ce8efad1cfb2fde1" providerId="LiveId" clId="{EB4AA475-C928-44A5-965E-B325C52DC827}" dt="2026-02-26T11:29:22.827" v="3386" actId="1035"/>
          <ac:grpSpMkLst>
            <pc:docMk/>
            <pc:sldMk cId="1485620303" sldId="260"/>
            <ac:grpSpMk id="32" creationId="{D2652F2A-EC03-77B9-CD2E-0144854C625F}"/>
          </ac:grpSpMkLst>
        </pc:grpChg>
        <pc:grpChg chg="add del mod">
          <ac:chgData name="兴铎 邓" userId="ce8efad1cfb2fde1" providerId="LiveId" clId="{EB4AA475-C928-44A5-965E-B325C52DC827}" dt="2026-02-26T11:19:41.881" v="3083" actId="165"/>
          <ac:grpSpMkLst>
            <pc:docMk/>
            <pc:sldMk cId="1485620303" sldId="260"/>
            <ac:grpSpMk id="36" creationId="{952F00A3-8748-3B22-3738-A2D6AE677343}"/>
          </ac:grpSpMkLst>
        </pc:grpChg>
        <pc:grpChg chg="add del mod">
          <ac:chgData name="兴铎 邓" userId="ce8efad1cfb2fde1" providerId="LiveId" clId="{EB4AA475-C928-44A5-965E-B325C52DC827}" dt="2026-02-26T11:28:17.524" v="3332" actId="165"/>
          <ac:grpSpMkLst>
            <pc:docMk/>
            <pc:sldMk cId="1485620303" sldId="260"/>
            <ac:grpSpMk id="39" creationId="{7D23D22B-E3D1-A07B-7052-E2D636FF6C93}"/>
          </ac:grpSpMkLst>
        </pc:grpChg>
        <pc:grpChg chg="add mod">
          <ac:chgData name="兴铎 邓" userId="ce8efad1cfb2fde1" providerId="LiveId" clId="{EB4AA475-C928-44A5-965E-B325C52DC827}" dt="2026-02-26T11:29:48.375" v="3393" actId="1035"/>
          <ac:grpSpMkLst>
            <pc:docMk/>
            <pc:sldMk cId="1485620303" sldId="260"/>
            <ac:grpSpMk id="42" creationId="{24DB70FF-DD16-2E6F-D125-43BC96DEFD33}"/>
          </ac:grpSpMkLst>
        </pc:grpChg>
        <pc:graphicFrameChg chg="add mod modGraphic">
          <ac:chgData name="兴铎 邓" userId="ce8efad1cfb2fde1" providerId="LiveId" clId="{EB4AA475-C928-44A5-965E-B325C52DC827}" dt="2026-02-26T11:29:37.883" v="3390" actId="3064"/>
          <ac:graphicFrameMkLst>
            <pc:docMk/>
            <pc:sldMk cId="1485620303" sldId="260"/>
            <ac:graphicFrameMk id="3" creationId="{B76F5612-91C6-915A-F6EA-F6F94E70B64A}"/>
          </ac:graphicFrameMkLst>
        </pc:graphicFrameChg>
        <pc:cxnChg chg="add del mod">
          <ac:chgData name="兴铎 邓" userId="ce8efad1cfb2fde1" providerId="LiveId" clId="{EB4AA475-C928-44A5-965E-B325C52DC827}" dt="2026-02-26T07:42:11.417" v="2754" actId="478"/>
          <ac:cxnSpMkLst>
            <pc:docMk/>
            <pc:sldMk cId="1485620303" sldId="260"/>
            <ac:cxnSpMk id="7" creationId="{F539E2FA-9F35-FB2E-46CF-11E5AF20187E}"/>
          </ac:cxnSpMkLst>
        </pc:cxnChg>
        <pc:cxnChg chg="add del">
          <ac:chgData name="兴铎 邓" userId="ce8efad1cfb2fde1" providerId="LiveId" clId="{EB4AA475-C928-44A5-965E-B325C52DC827}" dt="2026-02-26T07:43:24.483" v="2761" actId="478"/>
          <ac:cxnSpMkLst>
            <pc:docMk/>
            <pc:sldMk cId="1485620303" sldId="260"/>
            <ac:cxnSpMk id="16" creationId="{C23D3C8D-FA2C-B6AF-F98D-8C4C169BB0F3}"/>
          </ac:cxnSpMkLst>
        </pc:cxnChg>
        <pc:cxnChg chg="add mod topLvl">
          <ac:chgData name="兴铎 邓" userId="ce8efad1cfb2fde1" providerId="LiveId" clId="{EB4AA475-C928-44A5-965E-B325C52DC827}" dt="2026-02-26T11:28:56.188" v="3350" actId="164"/>
          <ac:cxnSpMkLst>
            <pc:docMk/>
            <pc:sldMk cId="1485620303" sldId="260"/>
            <ac:cxnSpMk id="18" creationId="{C81F93B8-ED42-5796-0889-342BB0AE81B1}"/>
          </ac:cxnSpMkLst>
        </pc:cxnChg>
        <pc:cxnChg chg="add mod topLvl">
          <ac:chgData name="兴铎 邓" userId="ce8efad1cfb2fde1" providerId="LiveId" clId="{EB4AA475-C928-44A5-965E-B325C52DC827}" dt="2026-02-26T11:28:56.188" v="3350" actId="164"/>
          <ac:cxnSpMkLst>
            <pc:docMk/>
            <pc:sldMk cId="1485620303" sldId="260"/>
            <ac:cxnSpMk id="19" creationId="{8F764513-59EA-0BDC-F85A-FF7A065C23FB}"/>
          </ac:cxnSpMkLst>
        </pc:cxnChg>
        <pc:cxnChg chg="add mod topLvl">
          <ac:chgData name="兴铎 邓" userId="ce8efad1cfb2fde1" providerId="LiveId" clId="{EB4AA475-C928-44A5-965E-B325C52DC827}" dt="2026-02-26T11:28:56.188" v="3350" actId="164"/>
          <ac:cxnSpMkLst>
            <pc:docMk/>
            <pc:sldMk cId="1485620303" sldId="260"/>
            <ac:cxnSpMk id="21" creationId="{7E31A402-7533-FB4C-63A0-CF74735CFA1B}"/>
          </ac:cxnSpMkLst>
        </pc:cxnChg>
        <pc:cxnChg chg="add mod">
          <ac:chgData name="兴铎 邓" userId="ce8efad1cfb2fde1" providerId="LiveId" clId="{EB4AA475-C928-44A5-965E-B325C52DC827}" dt="2026-02-26T07:48:11.468" v="2843" actId="164"/>
          <ac:cxnSpMkLst>
            <pc:docMk/>
            <pc:sldMk cId="1485620303" sldId="260"/>
            <ac:cxnSpMk id="29" creationId="{5449B74B-9E0A-C5CF-0469-A43AD7E01EB3}"/>
          </ac:cxnSpMkLst>
        </pc:cxnChg>
        <pc:cxnChg chg="mod">
          <ac:chgData name="兴铎 邓" userId="ce8efad1cfb2fde1" providerId="LiveId" clId="{EB4AA475-C928-44A5-965E-B325C52DC827}" dt="2026-02-26T07:48:13.481" v="2844"/>
          <ac:cxnSpMkLst>
            <pc:docMk/>
            <pc:sldMk cId="1485620303" sldId="260"/>
            <ac:cxnSpMk id="33" creationId="{16D064CC-C58D-87B2-A114-09E318533BDF}"/>
          </ac:cxnSpMkLst>
        </pc:cxnChg>
      </pc:sldChg>
      <pc:sldChg chg="addSp delSp modSp new mod">
        <pc:chgData name="兴铎 邓" userId="ce8efad1cfb2fde1" providerId="LiveId" clId="{EB4AA475-C928-44A5-965E-B325C52DC827}" dt="2026-02-27T04:38:20.619" v="3980" actId="20577"/>
        <pc:sldMkLst>
          <pc:docMk/>
          <pc:sldMk cId="1768671506" sldId="261"/>
        </pc:sldMkLst>
        <pc:spChg chg="del">
          <ac:chgData name="兴铎 邓" userId="ce8efad1cfb2fde1" providerId="LiveId" clId="{EB4AA475-C928-44A5-965E-B325C52DC827}" dt="2026-02-26T07:54:12.660" v="2911" actId="478"/>
          <ac:spMkLst>
            <pc:docMk/>
            <pc:sldMk cId="1768671506" sldId="261"/>
            <ac:spMk id="2" creationId="{281C31C6-8A8A-E6ED-A3CD-6C6E81B4E502}"/>
          </ac:spMkLst>
        </pc:spChg>
        <pc:spChg chg="del">
          <ac:chgData name="兴铎 邓" userId="ce8efad1cfb2fde1" providerId="LiveId" clId="{EB4AA475-C928-44A5-965E-B325C52DC827}" dt="2026-02-26T07:54:10.092" v="2910" actId="478"/>
          <ac:spMkLst>
            <pc:docMk/>
            <pc:sldMk cId="1768671506" sldId="261"/>
            <ac:spMk id="3" creationId="{912FD305-2CC4-4351-8320-849614EB66AA}"/>
          </ac:spMkLst>
        </pc:spChg>
        <pc:spChg chg="add mod">
          <ac:chgData name="兴铎 邓" userId="ce8efad1cfb2fde1" providerId="LiveId" clId="{EB4AA475-C928-44A5-965E-B325C52DC827}" dt="2026-02-26T08:02:24.925" v="3029" actId="120"/>
          <ac:spMkLst>
            <pc:docMk/>
            <pc:sldMk cId="1768671506" sldId="261"/>
            <ac:spMk id="5" creationId="{88F3D791-E035-6176-C8B6-3D3BF34EB10B}"/>
          </ac:spMkLst>
        </pc:spChg>
        <pc:spChg chg="add mod">
          <ac:chgData name="兴铎 邓" userId="ce8efad1cfb2fde1" providerId="LiveId" clId="{EB4AA475-C928-44A5-965E-B325C52DC827}" dt="2026-02-27T04:38:20.619" v="3980" actId="20577"/>
          <ac:spMkLst>
            <pc:docMk/>
            <pc:sldMk cId="1768671506" sldId="261"/>
            <ac:spMk id="6" creationId="{272DE174-2228-968C-4E46-2AE1BD333C5F}"/>
          </ac:spMkLst>
        </pc:spChg>
        <pc:graphicFrameChg chg="add mod modGraphic">
          <ac:chgData name="兴铎 邓" userId="ce8efad1cfb2fde1" providerId="LiveId" clId="{EB4AA475-C928-44A5-965E-B325C52DC827}" dt="2026-02-26T08:00:16.438" v="2997" actId="207"/>
          <ac:graphicFrameMkLst>
            <pc:docMk/>
            <pc:sldMk cId="1768671506" sldId="261"/>
            <ac:graphicFrameMk id="4" creationId="{EF5483EA-6E37-E2C9-C477-363C02589F3D}"/>
          </ac:graphicFrameMkLst>
        </pc:graphicFrameChg>
      </pc:sldChg>
      <pc:sldChg chg="modSp add mod">
        <pc:chgData name="兴铎 邓" userId="ce8efad1cfb2fde1" providerId="LiveId" clId="{EB4AA475-C928-44A5-965E-B325C52DC827}" dt="2026-02-26T11:43:18.908" v="3573" actId="113"/>
        <pc:sldMkLst>
          <pc:docMk/>
          <pc:sldMk cId="460868157" sldId="262"/>
        </pc:sldMkLst>
        <pc:spChg chg="mod">
          <ac:chgData name="兴铎 邓" userId="ce8efad1cfb2fde1" providerId="LiveId" clId="{EB4AA475-C928-44A5-965E-B325C52DC827}" dt="2026-02-26T11:43:18.908" v="3573" actId="113"/>
          <ac:spMkLst>
            <pc:docMk/>
            <pc:sldMk cId="460868157" sldId="262"/>
            <ac:spMk id="6" creationId="{3EE1038C-A1BA-1FE2-ADC5-65A6B9D307A4}"/>
          </ac:spMkLst>
        </pc:spChg>
      </pc:sldChg>
      <pc:sldChg chg="addSp delSp modSp new mod">
        <pc:chgData name="兴铎 邓" userId="ce8efad1cfb2fde1" providerId="LiveId" clId="{EB4AA475-C928-44A5-965E-B325C52DC827}" dt="2026-02-26T12:06:03.985" v="3970" actId="947"/>
        <pc:sldMkLst>
          <pc:docMk/>
          <pc:sldMk cId="1762538253" sldId="263"/>
        </pc:sldMkLst>
        <pc:spChg chg="del">
          <ac:chgData name="兴铎 邓" userId="ce8efad1cfb2fde1" providerId="LiveId" clId="{EB4AA475-C928-44A5-965E-B325C52DC827}" dt="2026-02-26T11:49:22.938" v="3576" actId="478"/>
          <ac:spMkLst>
            <pc:docMk/>
            <pc:sldMk cId="1762538253" sldId="263"/>
            <ac:spMk id="2" creationId="{490DB943-25C4-CF4E-93BD-B60B984D9B2A}"/>
          </ac:spMkLst>
        </pc:spChg>
        <pc:spChg chg="del">
          <ac:chgData name="兴铎 邓" userId="ce8efad1cfb2fde1" providerId="LiveId" clId="{EB4AA475-C928-44A5-965E-B325C52DC827}" dt="2026-02-26T11:49:22.027" v="3575" actId="478"/>
          <ac:spMkLst>
            <pc:docMk/>
            <pc:sldMk cId="1762538253" sldId="263"/>
            <ac:spMk id="3" creationId="{8545050D-DD40-D379-2E8D-D23D8085F090}"/>
          </ac:spMkLst>
        </pc:spChg>
        <pc:spChg chg="add mod">
          <ac:chgData name="兴铎 邓" userId="ce8efad1cfb2fde1" providerId="LiveId" clId="{EB4AA475-C928-44A5-965E-B325C52DC827}" dt="2026-02-26T12:05:18.831" v="3962" actId="1076"/>
          <ac:spMkLst>
            <pc:docMk/>
            <pc:sldMk cId="1762538253" sldId="263"/>
            <ac:spMk id="4" creationId="{E9F83D8A-B8BF-C8BC-EB41-DF6F4E501F27}"/>
          </ac:spMkLst>
        </pc:spChg>
        <pc:spChg chg="add mod">
          <ac:chgData name="兴铎 邓" userId="ce8efad1cfb2fde1" providerId="LiveId" clId="{EB4AA475-C928-44A5-965E-B325C52DC827}" dt="2026-02-26T11:49:36.841" v="3579"/>
          <ac:spMkLst>
            <pc:docMk/>
            <pc:sldMk cId="1762538253" sldId="263"/>
            <ac:spMk id="5" creationId="{2CED5534-5C34-4F27-E88A-CDECFFD81F26}"/>
          </ac:spMkLst>
        </pc:spChg>
        <pc:spChg chg="add mod">
          <ac:chgData name="兴铎 邓" userId="ce8efad1cfb2fde1" providerId="LiveId" clId="{EB4AA475-C928-44A5-965E-B325C52DC827}" dt="2026-02-26T12:06:03.985" v="3970" actId="947"/>
          <ac:spMkLst>
            <pc:docMk/>
            <pc:sldMk cId="1762538253" sldId="263"/>
            <ac:spMk id="7" creationId="{E199DF02-6F06-F4A1-AF38-E92214A90BE4}"/>
          </ac:spMkLst>
        </pc:spChg>
        <pc:graphicFrameChg chg="add mod modGraphic">
          <ac:chgData name="兴铎 邓" userId="ce8efad1cfb2fde1" providerId="LiveId" clId="{EB4AA475-C928-44A5-965E-B325C52DC827}" dt="2026-02-26T12:05:16.263" v="3961" actId="1076"/>
          <ac:graphicFrameMkLst>
            <pc:docMk/>
            <pc:sldMk cId="1762538253" sldId="263"/>
            <ac:graphicFrameMk id="6" creationId="{D47790A9-3AB0-0E76-4FCD-80FFA8BDF81D}"/>
          </ac:graphicFrameMkLst>
        </pc:graphicFrameChg>
      </pc:sldChg>
      <pc:sldChg chg="addSp delSp modSp new mod">
        <pc:chgData name="兴铎 邓" userId="ce8efad1cfb2fde1" providerId="LiveId" clId="{EB4AA475-C928-44A5-965E-B325C52DC827}" dt="2026-02-27T05:14:43.909" v="4612" actId="113"/>
        <pc:sldMkLst>
          <pc:docMk/>
          <pc:sldMk cId="3543573742" sldId="264"/>
        </pc:sldMkLst>
        <pc:spChg chg="del">
          <ac:chgData name="兴铎 邓" userId="ce8efad1cfb2fde1" providerId="LiveId" clId="{EB4AA475-C928-44A5-965E-B325C52DC827}" dt="2026-02-27T04:39:18.623" v="3982" actId="478"/>
          <ac:spMkLst>
            <pc:docMk/>
            <pc:sldMk cId="3543573742" sldId="264"/>
            <ac:spMk id="2" creationId="{A6A180E4-F187-D486-5C2B-DD19BE35E797}"/>
          </ac:spMkLst>
        </pc:spChg>
        <pc:spChg chg="del">
          <ac:chgData name="兴铎 邓" userId="ce8efad1cfb2fde1" providerId="LiveId" clId="{EB4AA475-C928-44A5-965E-B325C52DC827}" dt="2026-02-27T04:39:19.746" v="3983" actId="478"/>
          <ac:spMkLst>
            <pc:docMk/>
            <pc:sldMk cId="3543573742" sldId="264"/>
            <ac:spMk id="3" creationId="{670E8858-4E65-DBDC-1829-01FC281868D0}"/>
          </ac:spMkLst>
        </pc:spChg>
        <pc:spChg chg="add mod">
          <ac:chgData name="兴铎 邓" userId="ce8efad1cfb2fde1" providerId="LiveId" clId="{EB4AA475-C928-44A5-965E-B325C52DC827}" dt="2026-02-27T05:14:43.909" v="4612" actId="113"/>
          <ac:spMkLst>
            <pc:docMk/>
            <pc:sldMk cId="3543573742" sldId="264"/>
            <ac:spMk id="4" creationId="{373D4586-CE83-EBCD-86FF-7084F6BA45CE}"/>
          </ac:spMkLst>
        </pc:spChg>
        <pc:spChg chg="add mod">
          <ac:chgData name="兴铎 邓" userId="ce8efad1cfb2fde1" providerId="LiveId" clId="{EB4AA475-C928-44A5-965E-B325C52DC827}" dt="2026-02-27T04:40:50.124" v="3985"/>
          <ac:spMkLst>
            <pc:docMk/>
            <pc:sldMk cId="3543573742" sldId="264"/>
            <ac:spMk id="5" creationId="{90C38683-CC4E-E777-9EB1-99F03EDA1B3E}"/>
          </ac:spMkLst>
        </pc:spChg>
      </pc:sldChg>
      <pc:sldChg chg="addSp delSp modSp add mod">
        <pc:chgData name="兴铎 邓" userId="ce8efad1cfb2fde1" providerId="LiveId" clId="{EB4AA475-C928-44A5-965E-B325C52DC827}" dt="2026-02-27T05:14:52.595" v="4614" actId="113"/>
        <pc:sldMkLst>
          <pc:docMk/>
          <pc:sldMk cId="175175125" sldId="265"/>
        </pc:sldMkLst>
        <pc:spChg chg="mod">
          <ac:chgData name="兴铎 邓" userId="ce8efad1cfb2fde1" providerId="LiveId" clId="{EB4AA475-C928-44A5-965E-B325C52DC827}" dt="2026-02-27T05:14:52.595" v="4614" actId="113"/>
          <ac:spMkLst>
            <pc:docMk/>
            <pc:sldMk cId="175175125" sldId="265"/>
            <ac:spMk id="4" creationId="{E7940ABB-0EA3-1AE9-871E-719E399405BA}"/>
          </ac:spMkLst>
        </pc:spChg>
        <pc:picChg chg="add del mod">
          <ac:chgData name="兴铎 邓" userId="ce8efad1cfb2fde1" providerId="LiveId" clId="{EB4AA475-C928-44A5-965E-B325C52DC827}" dt="2026-02-27T05:02:59.980" v="4289" actId="478"/>
          <ac:picMkLst>
            <pc:docMk/>
            <pc:sldMk cId="175175125" sldId="265"/>
            <ac:picMk id="3" creationId="{8BE007E9-3398-E574-1E21-A0FDB16C2D1B}"/>
          </ac:picMkLst>
        </pc:picChg>
      </pc:sldChg>
      <pc:sldChg chg="delSp modSp add mod">
        <pc:chgData name="兴铎 邓" userId="ce8efad1cfb2fde1" providerId="LiveId" clId="{EB4AA475-C928-44A5-965E-B325C52DC827}" dt="2026-02-27T05:10:42.084" v="4510" actId="1582"/>
        <pc:sldMkLst>
          <pc:docMk/>
          <pc:sldMk cId="2958890341" sldId="266"/>
        </pc:sldMkLst>
        <pc:spChg chg="mod">
          <ac:chgData name="兴铎 邓" userId="ce8efad1cfb2fde1" providerId="LiveId" clId="{EB4AA475-C928-44A5-965E-B325C52DC827}" dt="2026-02-27T05:10:42.084" v="4510" actId="1582"/>
          <ac:spMkLst>
            <pc:docMk/>
            <pc:sldMk cId="2958890341" sldId="266"/>
            <ac:spMk id="4" creationId="{8B411046-6805-C25D-C682-D346293F1C9A}"/>
          </ac:spMkLst>
        </pc:spChg>
        <pc:picChg chg="del">
          <ac:chgData name="兴铎 邓" userId="ce8efad1cfb2fde1" providerId="LiveId" clId="{EB4AA475-C928-44A5-965E-B325C52DC827}" dt="2026-02-27T05:03:05.722" v="4290" actId="478"/>
          <ac:picMkLst>
            <pc:docMk/>
            <pc:sldMk cId="2958890341" sldId="266"/>
            <ac:picMk id="3" creationId="{3230D51A-C057-4E22-4B36-FD5AFBD242D6}"/>
          </ac:picMkLst>
        </pc:picChg>
      </pc:sldChg>
      <pc:sldChg chg="addSp delSp modSp add mod">
        <pc:chgData name="兴铎 邓" userId="ce8efad1cfb2fde1" providerId="LiveId" clId="{EB4AA475-C928-44A5-965E-B325C52DC827}" dt="2026-02-27T05:16:28.166" v="4630" actId="948"/>
        <pc:sldMkLst>
          <pc:docMk/>
          <pc:sldMk cId="3745765339" sldId="267"/>
        </pc:sldMkLst>
        <pc:spChg chg="add mod">
          <ac:chgData name="兴铎 邓" userId="ce8efad1cfb2fde1" providerId="LiveId" clId="{EB4AA475-C928-44A5-965E-B325C52DC827}" dt="2026-02-27T05:16:28.166" v="4630" actId="948"/>
          <ac:spMkLst>
            <pc:docMk/>
            <pc:sldMk cId="3745765339" sldId="267"/>
            <ac:spMk id="2" creationId="{1B549733-6D64-E2AF-9D52-E05AABA179CA}"/>
          </ac:spMkLst>
        </pc:spChg>
        <pc:spChg chg="del mod">
          <ac:chgData name="兴铎 邓" userId="ce8efad1cfb2fde1" providerId="LiveId" clId="{EB4AA475-C928-44A5-965E-B325C52DC827}" dt="2026-02-27T05:12:02.247" v="4518" actId="478"/>
          <ac:spMkLst>
            <pc:docMk/>
            <pc:sldMk cId="3745765339" sldId="267"/>
            <ac:spMk id="4" creationId="{3191B324-159F-7789-8CFC-0B08085F3CE2}"/>
          </ac:spMkLst>
        </pc:spChg>
      </pc:sldChg>
      <pc:sldChg chg="addSp delSp modSp new mod">
        <pc:chgData name="兴铎 邓" userId="ce8efad1cfb2fde1" providerId="LiveId" clId="{EB4AA475-C928-44A5-965E-B325C52DC827}" dt="2026-02-27T05:19:46.486" v="4657" actId="2711"/>
        <pc:sldMkLst>
          <pc:docMk/>
          <pc:sldMk cId="4168119271" sldId="268"/>
        </pc:sldMkLst>
        <pc:spChg chg="del">
          <ac:chgData name="兴铎 邓" userId="ce8efad1cfb2fde1" providerId="LiveId" clId="{EB4AA475-C928-44A5-965E-B325C52DC827}" dt="2026-02-27T05:16:52.583" v="4632" actId="478"/>
          <ac:spMkLst>
            <pc:docMk/>
            <pc:sldMk cId="4168119271" sldId="268"/>
            <ac:spMk id="2" creationId="{471CEC9D-ECC5-1833-79CE-6D8D18B99E4B}"/>
          </ac:spMkLst>
        </pc:spChg>
        <pc:spChg chg="del">
          <ac:chgData name="兴铎 邓" userId="ce8efad1cfb2fde1" providerId="LiveId" clId="{EB4AA475-C928-44A5-965E-B325C52DC827}" dt="2026-02-27T05:16:53.277" v="4633" actId="478"/>
          <ac:spMkLst>
            <pc:docMk/>
            <pc:sldMk cId="4168119271" sldId="268"/>
            <ac:spMk id="3" creationId="{F777DB37-F45A-A633-E785-84B23624BE8C}"/>
          </ac:spMkLst>
        </pc:spChg>
        <pc:spChg chg="add mod">
          <ac:chgData name="兴铎 邓" userId="ce8efad1cfb2fde1" providerId="LiveId" clId="{EB4AA475-C928-44A5-965E-B325C52DC827}" dt="2026-02-27T05:19:46.486" v="4657" actId="2711"/>
          <ac:spMkLst>
            <pc:docMk/>
            <pc:sldMk cId="4168119271" sldId="268"/>
            <ac:spMk id="5" creationId="{02308FBB-1893-7E21-EEC8-51D4C1791525}"/>
          </ac:spMkLst>
        </pc:spChg>
      </pc:sldChg>
      <pc:sldMasterChg chg="setBg modSldLayout">
        <pc:chgData name="兴铎 邓" userId="ce8efad1cfb2fde1" providerId="LiveId" clId="{EB4AA475-C928-44A5-965E-B325C52DC827}" dt="2026-02-25T13:09:10.427" v="845"/>
        <pc:sldMasterMkLst>
          <pc:docMk/>
          <pc:sldMasterMk cId="1196818107" sldId="2147483648"/>
        </pc:sldMasterMkLst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695008578" sldId="2147483649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842232129" sldId="2147483650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998712955" sldId="2147483651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39418312" sldId="2147483652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435590895" sldId="2147483653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397635112" sldId="2147483654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472301063" sldId="2147483655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3170729035" sldId="2147483656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1105132256" sldId="2147483657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1632053794" sldId="2147483658"/>
          </pc:sldLayoutMkLst>
        </pc:sldLayoutChg>
        <pc:sldLayoutChg chg="setBg">
          <pc:chgData name="兴铎 邓" userId="ce8efad1cfb2fde1" providerId="LiveId" clId="{EB4AA475-C928-44A5-965E-B325C52DC827}" dt="2026-02-25T13:09:10.427" v="845"/>
          <pc:sldLayoutMkLst>
            <pc:docMk/>
            <pc:sldMasterMk cId="1196818107" sldId="2147483648"/>
            <pc:sldLayoutMk cId="2626112847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F637E-B866-4EBB-9499-A597F9D116A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04A70-23A6-416B-BFE7-C8C81DCE73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9516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1pPr>
    <a:lvl2pPr marL="497754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2pPr>
    <a:lvl3pPr marL="995507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3pPr>
    <a:lvl4pPr marL="1493261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4pPr>
    <a:lvl5pPr marL="1991015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5pPr>
    <a:lvl6pPr marL="2488768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6pPr>
    <a:lvl7pPr marL="2986522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7pPr>
    <a:lvl8pPr marL="3484275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8pPr>
    <a:lvl9pPr marL="3982029" algn="l" defTabSz="995507" rtl="0" eaLnBrk="1" latinLnBrk="0" hangingPunct="1">
      <a:defRPr sz="13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F04A70-23A6-416B-BFE7-C8C81DCE737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1870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F04A70-23A6-416B-BFE7-C8C81DCE7379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032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8630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379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377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6604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585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2562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0630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084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4966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6530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114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46FE95-3FEE-4DAD-8DC6-060D790E0A5D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125A14-4185-4BC2-A456-0C2464B241C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1233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sv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sv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553755CB-7086-229E-F89C-9162CEDFEA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628C077-7B37-3298-D8D0-971223A7D96D}"/>
              </a:ext>
            </a:extLst>
          </p:cNvPr>
          <p:cNvSpPr txBox="1"/>
          <p:nvPr/>
        </p:nvSpPr>
        <p:spPr>
          <a:xfrm>
            <a:off x="3245797" y="583474"/>
            <a:ext cx="4200218" cy="989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828" spc="648" dirty="0">
                <a:solidFill>
                  <a:srgbClr val="D4AF37"/>
                </a:solidFill>
                <a:effectLst>
                  <a:outerShdw blurRad="25400" dist="25400" dir="5400000" sx="101000" sy="101000" algn="t" rotWithShape="0">
                    <a:prstClr val="black">
                      <a:alpha val="70000"/>
                    </a:prst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游戏指南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BD822B0-73C8-CAA1-2A83-B691D004B6B4}"/>
              </a:ext>
            </a:extLst>
          </p:cNvPr>
          <p:cNvCxnSpPr>
            <a:cxnSpLocks/>
          </p:cNvCxnSpPr>
          <p:nvPr/>
        </p:nvCxnSpPr>
        <p:spPr>
          <a:xfrm>
            <a:off x="775587" y="1794489"/>
            <a:ext cx="9140639" cy="0"/>
          </a:xfrm>
          <a:prstGeom prst="line">
            <a:avLst/>
          </a:prstGeom>
          <a:ln w="25400">
            <a:solidFill>
              <a:srgbClr val="D4AF37"/>
            </a:solidFill>
          </a:ln>
          <a:effectLst>
            <a:outerShdw blurRad="25400" algn="ctr" rotWithShape="0">
              <a:prstClr val="black">
                <a:alpha val="7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图形 7">
            <a:extLst>
              <a:ext uri="{FF2B5EF4-FFF2-40B4-BE49-F238E27FC236}">
                <a16:creationId xmlns:a16="http://schemas.microsoft.com/office/drawing/2014/main" id="{DA5A2EF6-0874-17F1-8F88-A5A17ACB5CD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31622" y="3942923"/>
            <a:ext cx="2631831" cy="2779107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D521C6B1-69B5-2496-D6BA-08BE8A59CFE5}"/>
              </a:ext>
            </a:extLst>
          </p:cNvPr>
          <p:cNvGrpSpPr/>
          <p:nvPr/>
        </p:nvGrpSpPr>
        <p:grpSpPr>
          <a:xfrm>
            <a:off x="2159105" y="3897594"/>
            <a:ext cx="1776867" cy="734465"/>
            <a:chOff x="2222205" y="3258879"/>
            <a:chExt cx="1646273" cy="680484"/>
          </a:xfrm>
        </p:grpSpPr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EE7D56F6-2A83-08D9-1A26-B2B03D756CF3}"/>
                </a:ext>
              </a:extLst>
            </p:cNvPr>
            <p:cNvCxnSpPr/>
            <p:nvPr/>
          </p:nvCxnSpPr>
          <p:spPr>
            <a:xfrm flipH="1" flipV="1">
              <a:off x="2222205" y="3258879"/>
              <a:ext cx="345558" cy="680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3318E7C-A6E7-9386-1334-97259A0219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22920" y="3258879"/>
              <a:ext cx="345558" cy="68048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229428AA-D1B1-F145-EDB7-B52207032410}"/>
              </a:ext>
            </a:extLst>
          </p:cNvPr>
          <p:cNvGrpSpPr/>
          <p:nvPr/>
        </p:nvGrpSpPr>
        <p:grpSpPr>
          <a:xfrm>
            <a:off x="939957" y="3314018"/>
            <a:ext cx="4215162" cy="557397"/>
            <a:chOff x="935665" y="3059987"/>
            <a:chExt cx="3905362" cy="516430"/>
          </a:xfrm>
        </p:grpSpPr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A25BE015-C6A3-7503-E523-EC2FB3520E1C}"/>
                </a:ext>
              </a:extLst>
            </p:cNvPr>
            <p:cNvSpPr txBox="1"/>
            <p:nvPr/>
          </p:nvSpPr>
          <p:spPr>
            <a:xfrm>
              <a:off x="935665" y="3059987"/>
              <a:ext cx="1758914" cy="516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022" dirty="0">
                  <a:solidFill>
                    <a:srgbClr val="D4AF37"/>
                  </a:solidFill>
                  <a:effectLst>
                    <a:outerShdw blurRad="25400" dir="5400000" sx="101000" sy="101000" algn="t" rotWithShape="0">
                      <a:prstClr val="black">
                        <a:alpha val="40000"/>
                      </a:prst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鼠标左键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C79C02AB-31AA-2935-32D3-8E029D9864B1}"/>
                </a:ext>
              </a:extLst>
            </p:cNvPr>
            <p:cNvSpPr txBox="1"/>
            <p:nvPr/>
          </p:nvSpPr>
          <p:spPr>
            <a:xfrm>
              <a:off x="3082113" y="3059987"/>
              <a:ext cx="1758914" cy="516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2800">
                  <a:solidFill>
                    <a:srgbClr val="D4AF37"/>
                  </a:solidFill>
                  <a:effectLst>
                    <a:outerShdw blurRad="25400" dir="5400000" sx="101000" sy="101000" algn="t" rotWithShape="0">
                      <a:prstClr val="black">
                        <a:alpha val="40000"/>
                      </a:prst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defRPr>
              </a:lvl1pPr>
            </a:lstStyle>
            <a:p>
              <a:r>
                <a:rPr lang="zh-CN" altLang="en-US" sz="3022" dirty="0"/>
                <a:t>鼠标右键</a:t>
              </a:r>
            </a:p>
          </p:txBody>
        </p:sp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2C047C24-9A7A-230E-05AD-725A7F98BC9B}"/>
              </a:ext>
            </a:extLst>
          </p:cNvPr>
          <p:cNvSpPr txBox="1"/>
          <p:nvPr/>
        </p:nvSpPr>
        <p:spPr>
          <a:xfrm>
            <a:off x="849884" y="2265135"/>
            <a:ext cx="1773402" cy="109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>
              <a:lnSpc>
                <a:spcPts val="259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选中单位</a:t>
            </a:r>
            <a:endParaRPr lang="en-US" altLang="zh-CN" sz="259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>
              <a:lnSpc>
                <a:spcPts val="259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使用卡牌</a:t>
            </a:r>
            <a:endParaRPr lang="en-US" altLang="zh-CN" sz="259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>
              <a:lnSpc>
                <a:spcPts val="259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按下按钮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CBE68A1-52FD-FCE6-9C07-F55C7E087E81}"/>
              </a:ext>
            </a:extLst>
          </p:cNvPr>
          <p:cNvSpPr txBox="1"/>
          <p:nvPr/>
        </p:nvSpPr>
        <p:spPr>
          <a:xfrm>
            <a:off x="3047538" y="2275910"/>
            <a:ext cx="2107822" cy="102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216000" indent="-216000">
              <a:lnSpc>
                <a:spcPts val="2400"/>
              </a:lnSpc>
              <a:buSzPct val="75000"/>
              <a:buFont typeface="Wingdings" panose="05000000000000000000" pitchFamily="2" charset="2"/>
              <a:buChar char="Ø"/>
              <a:defRPr sz="240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defRPr>
            </a:lvl1pPr>
          </a:lstStyle>
          <a:p>
            <a:r>
              <a:rPr lang="zh-CN" altLang="en-US" sz="2590" dirty="0"/>
              <a:t>选中单位后，</a:t>
            </a:r>
            <a:br>
              <a:rPr lang="en-US" altLang="zh-CN" sz="2590" dirty="0"/>
            </a:br>
            <a:r>
              <a:rPr lang="zh-CN" altLang="en-US" sz="2590" dirty="0"/>
              <a:t>选择移动或</a:t>
            </a:r>
            <a:br>
              <a:rPr lang="en-US" altLang="zh-CN" sz="2590" dirty="0"/>
            </a:br>
            <a:r>
              <a:rPr lang="zh-CN" altLang="en-US" sz="2590" dirty="0"/>
              <a:t>攻击的目标</a:t>
            </a:r>
            <a:endParaRPr lang="en-US" altLang="zh-CN" sz="2590" dirty="0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918B72-420A-41AA-3347-B1BF62FA2318}"/>
              </a:ext>
            </a:extLst>
          </p:cNvPr>
          <p:cNvGrpSpPr/>
          <p:nvPr/>
        </p:nvGrpSpPr>
        <p:grpSpPr>
          <a:xfrm>
            <a:off x="5478734" y="2540805"/>
            <a:ext cx="4749360" cy="3997572"/>
            <a:chOff x="5391149" y="2302804"/>
            <a:chExt cx="4400298" cy="3703764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6E808E47-D842-E611-046A-3B4D20B10B6C}"/>
                </a:ext>
              </a:extLst>
            </p:cNvPr>
            <p:cNvSpPr/>
            <p:nvPr/>
          </p:nvSpPr>
          <p:spPr>
            <a:xfrm>
              <a:off x="5391151" y="2302804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159" b="1" spc="108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Esc</a:t>
              </a:r>
              <a:endParaRPr lang="zh-CN" altLang="en-US" sz="2159" b="1" spc="108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D9262EC5-3AAC-2F1C-D91E-0DC2396C59F6}"/>
                </a:ext>
              </a:extLst>
            </p:cNvPr>
            <p:cNvSpPr/>
            <p:nvPr/>
          </p:nvSpPr>
          <p:spPr>
            <a:xfrm>
              <a:off x="5391150" y="3278630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>
              <a:normAutofit/>
            </a:bodyPr>
            <a:lstStyle/>
            <a:p>
              <a:pPr algn="ctr"/>
              <a:r>
                <a:rPr lang="en-US" altLang="zh-CN" sz="2159" b="1" spc="-54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Enter</a:t>
              </a:r>
              <a:endParaRPr lang="zh-CN" altLang="en-US" sz="2159" b="1" spc="-54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A4E143EB-993C-A5B0-E6D9-965E0B40CD04}"/>
                </a:ext>
              </a:extLst>
            </p:cNvPr>
            <p:cNvSpPr/>
            <p:nvPr/>
          </p:nvSpPr>
          <p:spPr>
            <a:xfrm>
              <a:off x="5391149" y="4254456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zh-CN" sz="2159" b="1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F11</a:t>
              </a:r>
              <a:endParaRPr lang="zh-CN" altLang="en-US" sz="2159" b="1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8FF9A703-4643-39A0-7DA4-B39A737FD819}"/>
                </a:ext>
              </a:extLst>
            </p:cNvPr>
            <p:cNvSpPr/>
            <p:nvPr/>
          </p:nvSpPr>
          <p:spPr>
            <a:xfrm>
              <a:off x="5391149" y="5230281"/>
              <a:ext cx="776287" cy="776287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159" b="1" spc="108" dirty="0">
                  <a:solidFill>
                    <a:srgbClr val="D4AF37"/>
                  </a:solidFill>
                  <a:effectLst>
                    <a:outerShdw blurRad="50800" dist="12700" dir="5400000" sx="101000" sy="101000" algn="t" rotWithShape="0">
                      <a:schemeClr val="bg1">
                        <a:lumMod val="75000"/>
                        <a:alpha val="40000"/>
                      </a:schemeClr>
                    </a:outerShdw>
                  </a:effectLst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~</a:t>
              </a:r>
              <a:endParaRPr lang="zh-CN" altLang="en-US" sz="2159" b="1" spc="108" dirty="0">
                <a:solidFill>
                  <a:srgbClr val="D4AF37"/>
                </a:solidFill>
                <a:effectLst>
                  <a:outerShdw blurRad="50800" dist="12700" dir="5400000" sx="101000" sy="101000" algn="t" rotWithShape="0">
                    <a:schemeClr val="bg1">
                      <a:lumMod val="75000"/>
                      <a:alpha val="40000"/>
                    </a:schemeClr>
                  </a:outerShdw>
                </a:effectLst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ED0C44-1C91-5804-E37B-3A6D9503A0B4}"/>
                </a:ext>
              </a:extLst>
            </p:cNvPr>
            <p:cNvSpPr txBox="1"/>
            <p:nvPr/>
          </p:nvSpPr>
          <p:spPr>
            <a:xfrm>
              <a:off x="6278714" y="2460114"/>
              <a:ext cx="2529635" cy="45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129" indent="-233129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取消选择</a:t>
              </a:r>
              <a:endParaRPr lang="en-US" altLang="zh-CN" sz="2590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9873D65-C79A-8635-352E-11D384FA5014}"/>
                </a:ext>
              </a:extLst>
            </p:cNvPr>
            <p:cNvSpPr txBox="1"/>
            <p:nvPr/>
          </p:nvSpPr>
          <p:spPr>
            <a:xfrm>
              <a:off x="6278714" y="3251274"/>
              <a:ext cx="3512733" cy="82410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129" indent="-233129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无需选中单位的锦囊卡，</a:t>
              </a:r>
              <a:br>
                <a:rPr lang="en-US" altLang="zh-CN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</a:b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按</a:t>
              </a:r>
              <a:r>
                <a:rPr lang="en-US" altLang="zh-CN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Enter</a:t>
              </a: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生效</a:t>
              </a:r>
              <a:endParaRPr lang="en-US" altLang="zh-CN" sz="2590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E70663BE-90AD-431E-3AAD-68B54884FE62}"/>
                </a:ext>
              </a:extLst>
            </p:cNvPr>
            <p:cNvSpPr txBox="1"/>
            <p:nvPr/>
          </p:nvSpPr>
          <p:spPr>
            <a:xfrm>
              <a:off x="6278714" y="4411766"/>
              <a:ext cx="2930948" cy="45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129" indent="-233129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切换全屏</a:t>
              </a:r>
              <a:r>
                <a:rPr lang="en-US" altLang="zh-CN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/</a:t>
              </a: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窗口模式</a:t>
              </a:r>
              <a:endParaRPr lang="en-US" altLang="zh-CN" sz="2590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A6CEB0E-50DB-192B-128D-1E3EC0E1A1AF}"/>
                </a:ext>
              </a:extLst>
            </p:cNvPr>
            <p:cNvSpPr txBox="1"/>
            <p:nvPr/>
          </p:nvSpPr>
          <p:spPr>
            <a:xfrm>
              <a:off x="6278714" y="5387591"/>
              <a:ext cx="2716288" cy="4548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33129" indent="-233129" fontAlgn="ctr">
                <a:buSzPct val="75000"/>
                <a:buFont typeface="Wingdings" panose="05000000000000000000" pitchFamily="2" charset="2"/>
                <a:buChar char="Ø"/>
              </a:pPr>
              <a:r>
                <a:rPr lang="zh-CN" altLang="en-US" sz="2590" spc="-108" dirty="0">
                  <a:solidFill>
                    <a:schemeClr val="bg2">
                      <a:lumMod val="25000"/>
                    </a:schemeClr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rPr>
                <a:t>打开控制台</a:t>
              </a:r>
              <a:endParaRPr lang="en-US" altLang="zh-CN" sz="2590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3297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7EB5287E-D71F-F39A-160E-CC6AE57AAF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EEDD93E-591C-8B3E-6F5C-EBE9165C6AFB}"/>
              </a:ext>
            </a:extLst>
          </p:cNvPr>
          <p:cNvSpPr txBox="1"/>
          <p:nvPr/>
        </p:nvSpPr>
        <p:spPr>
          <a:xfrm>
            <a:off x="821831" y="1255807"/>
            <a:ext cx="8446784" cy="1288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lnSpc>
                <a:spcPct val="1500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游戏中，可以通过图标快速理解形势。</a:t>
            </a:r>
            <a:endParaRPr lang="en-US" altLang="zh-CN" sz="259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lnSpc>
                <a:spcPct val="1500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您也可以将鼠标放置在图标上，查询图标的含义和效果。</a:t>
            </a:r>
            <a:endParaRPr lang="en-US" altLang="zh-CN" sz="2590" dirty="0">
              <a:solidFill>
                <a:srgbClr val="5FBF7F"/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F815ACE3-BE74-2996-2334-AB76D3E414BD}"/>
              </a:ext>
            </a:extLst>
          </p:cNvPr>
          <p:cNvGrpSpPr/>
          <p:nvPr/>
        </p:nvGrpSpPr>
        <p:grpSpPr>
          <a:xfrm>
            <a:off x="1814161" y="5008320"/>
            <a:ext cx="7063491" cy="1165673"/>
            <a:chOff x="1630489" y="4567194"/>
            <a:chExt cx="6544348" cy="1080000"/>
          </a:xfrm>
        </p:grpSpPr>
        <p:pic>
          <p:nvPicPr>
            <p:cNvPr id="15" name="图片 14" descr="图标&#10;&#10;AI 生成的内容可能不正确。">
              <a:extLst>
                <a:ext uri="{FF2B5EF4-FFF2-40B4-BE49-F238E27FC236}">
                  <a16:creationId xmlns:a16="http://schemas.microsoft.com/office/drawing/2014/main" id="{3170FEF2-EA61-41A7-3F1D-2AE082321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30489" y="4567194"/>
              <a:ext cx="1080000" cy="1080000"/>
            </a:xfrm>
            <a:prstGeom prst="rect">
              <a:avLst/>
            </a:prstGeom>
          </p:spPr>
        </p:pic>
        <p:pic>
          <p:nvPicPr>
            <p:cNvPr id="17" name="图片 16" descr="图标&#10;&#10;AI 生成的内容可能不正确。">
              <a:extLst>
                <a:ext uri="{FF2B5EF4-FFF2-40B4-BE49-F238E27FC236}">
                  <a16:creationId xmlns:a16="http://schemas.microsoft.com/office/drawing/2014/main" id="{021C7010-0016-2A80-00F1-A753D06A2E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24" y="4567194"/>
              <a:ext cx="1080000" cy="1080000"/>
            </a:xfrm>
            <a:prstGeom prst="rect">
              <a:avLst/>
            </a:prstGeom>
          </p:spPr>
        </p:pic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9EAEAF18-BA8D-2D99-5604-2966D1E0206E}"/>
                </a:ext>
              </a:extLst>
            </p:cNvPr>
            <p:cNvGrpSpPr/>
            <p:nvPr/>
          </p:nvGrpSpPr>
          <p:grpSpPr>
            <a:xfrm>
              <a:off x="5022959" y="5164234"/>
              <a:ext cx="1267821" cy="0"/>
              <a:chOff x="5506451" y="5222713"/>
              <a:chExt cx="1267821" cy="0"/>
            </a:xfrm>
          </p:grpSpPr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D271F82B-6E8D-9225-CFF6-050C92EEBD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06451" y="5222713"/>
                <a:ext cx="1267821" cy="0"/>
              </a:xfrm>
              <a:prstGeom prst="line">
                <a:avLst/>
              </a:prstGeom>
              <a:ln w="203200">
                <a:solidFill>
                  <a:srgbClr val="1E5078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连接符 20">
                <a:extLst>
                  <a:ext uri="{FF2B5EF4-FFF2-40B4-BE49-F238E27FC236}">
                    <a16:creationId xmlns:a16="http://schemas.microsoft.com/office/drawing/2014/main" id="{4403B756-BE55-5DF7-8E8F-749DDFEF66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06451" y="5222713"/>
                <a:ext cx="1267821" cy="0"/>
              </a:xfrm>
              <a:prstGeom prst="line">
                <a:avLst/>
              </a:prstGeom>
              <a:ln w="127000">
                <a:solidFill>
                  <a:srgbClr val="ADD8E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E01FCC33-87D1-2D8B-ED95-238D1958BE50}"/>
                </a:ext>
              </a:extLst>
            </p:cNvPr>
            <p:cNvGrpSpPr/>
            <p:nvPr/>
          </p:nvGrpSpPr>
          <p:grpSpPr>
            <a:xfrm>
              <a:off x="6907016" y="5164234"/>
              <a:ext cx="1267821" cy="0"/>
              <a:chOff x="7019879" y="5318406"/>
              <a:chExt cx="1267821" cy="0"/>
            </a:xfrm>
          </p:grpSpPr>
          <p:cxnSp>
            <p:nvCxnSpPr>
              <p:cNvPr id="29" name="直接连接符 28">
                <a:extLst>
                  <a:ext uri="{FF2B5EF4-FFF2-40B4-BE49-F238E27FC236}">
                    <a16:creationId xmlns:a16="http://schemas.microsoft.com/office/drawing/2014/main" id="{907EAC39-074F-4CA2-8027-05679991FB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19879" y="5318406"/>
                <a:ext cx="1267821" cy="0"/>
              </a:xfrm>
              <a:prstGeom prst="line">
                <a:avLst/>
              </a:prstGeom>
              <a:ln w="203200"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1E5CCF93-28CF-117D-5FFE-0B3DBC06F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19879" y="5318406"/>
                <a:ext cx="1267821" cy="0"/>
              </a:xfrm>
              <a:prstGeom prst="line">
                <a:avLst/>
              </a:prstGeom>
              <a:ln w="127000">
                <a:solidFill>
                  <a:srgbClr val="780077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DB9DCA6-3D64-B501-4841-198403166B28}"/>
              </a:ext>
            </a:extLst>
          </p:cNvPr>
          <p:cNvGrpSpPr/>
          <p:nvPr/>
        </p:nvGrpSpPr>
        <p:grpSpPr>
          <a:xfrm>
            <a:off x="946836" y="2937645"/>
            <a:ext cx="8798143" cy="3750719"/>
            <a:chOff x="877245" y="2648706"/>
            <a:chExt cx="8151509" cy="3475053"/>
          </a:xfrm>
        </p:grpSpPr>
        <p:pic>
          <p:nvPicPr>
            <p:cNvPr id="7" name="图片 6" descr="形状&#10;&#10;AI 生成的内容可能不正确。">
              <a:extLst>
                <a:ext uri="{FF2B5EF4-FFF2-40B4-BE49-F238E27FC236}">
                  <a16:creationId xmlns:a16="http://schemas.microsoft.com/office/drawing/2014/main" id="{6EA9CE87-EE4B-B8A9-D75B-AADF35C7D5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7245" y="2648706"/>
              <a:ext cx="1080000" cy="1080000"/>
            </a:xfrm>
            <a:prstGeom prst="rect">
              <a:avLst/>
            </a:prstGeom>
          </p:spPr>
        </p:pic>
        <p:pic>
          <p:nvPicPr>
            <p:cNvPr id="26" name="图片 25" descr="图片包含 游戏机, 黑暗, 男人, 桌子&#10;&#10;AI 生成的内容可能不正确。">
              <a:extLst>
                <a:ext uri="{FF2B5EF4-FFF2-40B4-BE49-F238E27FC236}">
                  <a16:creationId xmlns:a16="http://schemas.microsoft.com/office/drawing/2014/main" id="{9529F089-D64D-F90D-8F20-0B37A8FED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5830" y="2648706"/>
              <a:ext cx="1080000" cy="1080000"/>
            </a:xfrm>
            <a:prstGeom prst="rect">
              <a:avLst/>
            </a:prstGeom>
          </p:spPr>
        </p:pic>
        <p:pic>
          <p:nvPicPr>
            <p:cNvPr id="28" name="图片 27" descr="图标&#10;&#10;AI 生成的内容可能不正确。">
              <a:extLst>
                <a:ext uri="{FF2B5EF4-FFF2-40B4-BE49-F238E27FC236}">
                  <a16:creationId xmlns:a16="http://schemas.microsoft.com/office/drawing/2014/main" id="{46E949FB-FB68-5D21-B6B3-57F1A52BA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11585" y="2648706"/>
              <a:ext cx="1080000" cy="1080000"/>
            </a:xfrm>
            <a:prstGeom prst="rect">
              <a:avLst/>
            </a:prstGeom>
          </p:spPr>
        </p:pic>
        <p:pic>
          <p:nvPicPr>
            <p:cNvPr id="30" name="图片 29" descr="形状&#10;&#10;AI 生成的内容可能不正确。">
              <a:extLst>
                <a:ext uri="{FF2B5EF4-FFF2-40B4-BE49-F238E27FC236}">
                  <a16:creationId xmlns:a16="http://schemas.microsoft.com/office/drawing/2014/main" id="{3FFF9ABD-A1D2-BF1D-BC07-DD62E388517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4415" y="2648706"/>
              <a:ext cx="1080000" cy="1080000"/>
            </a:xfrm>
            <a:prstGeom prst="rect">
              <a:avLst/>
            </a:prstGeom>
          </p:spPr>
        </p:pic>
        <p:pic>
          <p:nvPicPr>
            <p:cNvPr id="32" name="图片 31" descr="图标&#10;&#10;AI 生成的内容可能不正确。">
              <a:extLst>
                <a:ext uri="{FF2B5EF4-FFF2-40B4-BE49-F238E27FC236}">
                  <a16:creationId xmlns:a16="http://schemas.microsoft.com/office/drawing/2014/main" id="{C79AB7D4-7A74-B009-7A69-DD5EC1EDD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70169" y="2648706"/>
              <a:ext cx="1080000" cy="1080000"/>
            </a:xfrm>
            <a:prstGeom prst="rect">
              <a:avLst/>
            </a:prstGeom>
          </p:spPr>
        </p:pic>
        <p:pic>
          <p:nvPicPr>
            <p:cNvPr id="34" name="图片 33" descr="箭头&#10;&#10;AI 生成的内容可能不正确。">
              <a:extLst>
                <a:ext uri="{FF2B5EF4-FFF2-40B4-BE49-F238E27FC236}">
                  <a16:creationId xmlns:a16="http://schemas.microsoft.com/office/drawing/2014/main" id="{F6A0AB90-10C9-3B12-BDBD-246C36DC7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53000" y="2648706"/>
              <a:ext cx="1080000" cy="108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DF67A86D-9180-01E4-3C4B-60F3BC667A76}"/>
                </a:ext>
              </a:extLst>
            </p:cNvPr>
            <p:cNvSpPr txBox="1"/>
            <p:nvPr/>
          </p:nvSpPr>
          <p:spPr>
            <a:xfrm>
              <a:off x="877245" y="3728706"/>
              <a:ext cx="972879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弓兵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2ABBE15A-6DE0-DC82-D8B6-CC677C93CFCE}"/>
                </a:ext>
              </a:extLst>
            </p:cNvPr>
            <p:cNvSpPr txBox="1"/>
            <p:nvPr/>
          </p:nvSpPr>
          <p:spPr>
            <a:xfrm>
              <a:off x="2288689" y="3728706"/>
              <a:ext cx="972879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骑兵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9248E19-F018-23DA-5F73-05C57EE5F619}"/>
                </a:ext>
              </a:extLst>
            </p:cNvPr>
            <p:cNvSpPr txBox="1"/>
            <p:nvPr/>
          </p:nvSpPr>
          <p:spPr>
            <a:xfrm>
              <a:off x="3642475" y="3728706"/>
              <a:ext cx="972879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步兵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6D9FC353-8A8E-49C5-497A-EDC1A0E68D52}"/>
                </a:ext>
              </a:extLst>
            </p:cNvPr>
            <p:cNvSpPr txBox="1"/>
            <p:nvPr/>
          </p:nvSpPr>
          <p:spPr>
            <a:xfrm>
              <a:off x="4639384" y="3725384"/>
              <a:ext cx="1648171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rgbClr val="E67662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无当飞军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5C753646-9C29-CC5F-8B2A-6624991C5F2E}"/>
                </a:ext>
              </a:extLst>
            </p:cNvPr>
            <p:cNvSpPr txBox="1"/>
            <p:nvPr/>
          </p:nvSpPr>
          <p:spPr>
            <a:xfrm>
              <a:off x="6027499" y="3725384"/>
              <a:ext cx="1648171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dirty="0">
                  <a:solidFill>
                    <a:srgbClr val="4F86D0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虎豹骑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856685F-9E84-B45C-ACF5-5530522AB1E8}"/>
                </a:ext>
              </a:extLst>
            </p:cNvPr>
            <p:cNvSpPr txBox="1"/>
            <p:nvPr/>
          </p:nvSpPr>
          <p:spPr>
            <a:xfrm>
              <a:off x="7380583" y="3725384"/>
              <a:ext cx="1648171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dirty="0">
                  <a:solidFill>
                    <a:srgbClr val="5FBF7F"/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解烦兵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67FB685-2A03-6A69-CE3E-A16D0C839C53}"/>
                </a:ext>
              </a:extLst>
            </p:cNvPr>
            <p:cNvSpPr txBox="1"/>
            <p:nvPr/>
          </p:nvSpPr>
          <p:spPr>
            <a:xfrm>
              <a:off x="1734386" y="5576556"/>
              <a:ext cx="972879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城市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294AEFA-F426-8E2B-4DD2-4C73CA42C426}"/>
                </a:ext>
              </a:extLst>
            </p:cNvPr>
            <p:cNvSpPr txBox="1"/>
            <p:nvPr/>
          </p:nvSpPr>
          <p:spPr>
            <a:xfrm>
              <a:off x="3430621" y="5576556"/>
              <a:ext cx="972879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山地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0230C0A-9F6D-A956-FC95-556F5BC9A0DD}"/>
                </a:ext>
              </a:extLst>
            </p:cNvPr>
            <p:cNvSpPr txBox="1"/>
            <p:nvPr/>
          </p:nvSpPr>
          <p:spPr>
            <a:xfrm>
              <a:off x="5220766" y="5576556"/>
              <a:ext cx="972879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河流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D586277-D373-7B31-4F63-2A92EF3DB1E3}"/>
                </a:ext>
              </a:extLst>
            </p:cNvPr>
            <p:cNvSpPr txBox="1"/>
            <p:nvPr/>
          </p:nvSpPr>
          <p:spPr>
            <a:xfrm>
              <a:off x="6653281" y="5576556"/>
              <a:ext cx="1875964" cy="547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3238" spc="-216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rPr>
                <a:t>禁止通行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7F3398B6-70F6-3BF7-04A2-65A438591288}"/>
              </a:ext>
            </a:extLst>
          </p:cNvPr>
          <p:cNvSpPr txBox="1"/>
          <p:nvPr/>
        </p:nvSpPr>
        <p:spPr>
          <a:xfrm>
            <a:off x="7341370" y="757519"/>
            <a:ext cx="3028299" cy="989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828" spc="648" dirty="0">
                <a:solidFill>
                  <a:srgbClr val="D4AF37"/>
                </a:solidFill>
                <a:effectLst>
                  <a:outerShdw blurRad="25400" dist="12700" dir="5400000" sx="102000" sy="102000" algn="t" rotWithShape="0">
                    <a:srgbClr val="C7B299">
                      <a:alpha val="80000"/>
                    </a:srgb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图标</a:t>
            </a:r>
          </a:p>
        </p:txBody>
      </p:sp>
    </p:spTree>
    <p:extLst>
      <p:ext uri="{BB962C8B-B14F-4D97-AF65-F5344CB8AC3E}">
        <p14:creationId xmlns:p14="http://schemas.microsoft.com/office/powerpoint/2010/main" val="636894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E0429F94-1BD7-1E76-ACF8-9D010E68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B6CDA20-C79D-52CB-ECFB-DE2C2247E380}"/>
              </a:ext>
            </a:extLst>
          </p:cNvPr>
          <p:cNvSpPr txBox="1"/>
          <p:nvPr/>
        </p:nvSpPr>
        <p:spPr>
          <a:xfrm>
            <a:off x="749605" y="2245918"/>
            <a:ext cx="7689820" cy="1686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结束后按照</a:t>
            </a:r>
            <a:r>
              <a:rPr lang="zh-CN" altLang="en-US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净占领地块</a:t>
            </a: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计分，排名第一的获胜</a:t>
            </a:r>
            <a:br>
              <a:rPr lang="en-US" altLang="zh-CN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如占地排名相同，则依次比较</a:t>
            </a:r>
            <a:r>
              <a:rPr lang="zh-CN" altLang="en-US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</a:t>
            </a: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和</a:t>
            </a:r>
            <a:r>
              <a:rPr lang="zh-CN" altLang="en-US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</a:t>
            </a:r>
            <a:endParaRPr lang="en-US" altLang="zh-CN" sz="2590" b="1" u="sng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普通平原、山地计</a:t>
            </a:r>
            <a:r>
              <a:rPr lang="en-US" altLang="zh-CN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0.5</a:t>
            </a:r>
            <a:r>
              <a:rPr lang="zh-CN" altLang="en-US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分</a:t>
            </a:r>
            <a:br>
              <a:rPr lang="en-US" altLang="zh-CN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地图上有标注的重要关隘、城市计分如下：</a:t>
            </a:r>
            <a:endParaRPr lang="en-US" altLang="zh-CN" sz="2590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B9AC8D39-B6B6-E235-6B70-8FDB47C86F47}"/>
              </a:ext>
            </a:extLst>
          </p:cNvPr>
          <p:cNvGrpSpPr/>
          <p:nvPr/>
        </p:nvGrpSpPr>
        <p:grpSpPr>
          <a:xfrm>
            <a:off x="1663608" y="3894409"/>
            <a:ext cx="8543273" cy="3054601"/>
            <a:chOff x="872754" y="3241073"/>
            <a:chExt cx="7602813" cy="2718345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B19F373B-FB6C-ABB4-1611-7A504B324057}"/>
                </a:ext>
              </a:extLst>
            </p:cNvPr>
            <p:cNvGrpSpPr/>
            <p:nvPr/>
          </p:nvGrpSpPr>
          <p:grpSpPr>
            <a:xfrm>
              <a:off x="872754" y="3241073"/>
              <a:ext cx="2918637" cy="2306998"/>
              <a:chOff x="1167098" y="3698272"/>
              <a:chExt cx="2918637" cy="2306998"/>
            </a:xfrm>
          </p:grpSpPr>
          <p:sp>
            <p:nvSpPr>
              <p:cNvPr id="6" name="六边形 5">
                <a:extLst>
                  <a:ext uri="{FF2B5EF4-FFF2-40B4-BE49-F238E27FC236}">
                    <a16:creationId xmlns:a16="http://schemas.microsoft.com/office/drawing/2014/main" id="{49D85CE9-457F-39C2-2517-4964CEA5E7E1}"/>
                  </a:ext>
                </a:extLst>
              </p:cNvPr>
              <p:cNvSpPr/>
              <p:nvPr/>
            </p:nvSpPr>
            <p:spPr>
              <a:xfrm rot="5400000">
                <a:off x="1690506" y="4238777"/>
                <a:ext cx="1897344" cy="1635641"/>
              </a:xfrm>
              <a:prstGeom prst="hexagon">
                <a:avLst>
                  <a:gd name="adj" fmla="val 29865"/>
                  <a:gd name="vf" fmla="val 115470"/>
                </a:avLst>
              </a:prstGeom>
              <a:noFill/>
              <a:ln>
                <a:solidFill>
                  <a:srgbClr val="E6766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 fontAlgn="ctr"/>
                <a:r>
                  <a:rPr lang="zh-CN" altLang="en-US" sz="3454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隶书" panose="02010509060101010101" pitchFamily="49" charset="-122"/>
                    <a:ea typeface="隶书" panose="02010509060101010101" pitchFamily="49" charset="-122"/>
                  </a:rPr>
                  <a:t>蜀汉</a:t>
                </a:r>
                <a:endParaRPr lang="en-US" altLang="zh-CN" sz="3454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  <a:p>
                <a:pPr algn="ctr" fontAlgn="ctr"/>
                <a:endParaRPr lang="zh-CN" altLang="en-US" sz="1511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3241E8D-A009-EDDF-C134-8A7A0F4A40A7}"/>
                  </a:ext>
                </a:extLst>
              </p:cNvPr>
              <p:cNvSpPr txBox="1"/>
              <p:nvPr/>
            </p:nvSpPr>
            <p:spPr>
              <a:xfrm>
                <a:off x="2139978" y="4194828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汉中</a:t>
                </a: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DCD0D7A0-25D1-F160-9643-D3E456C162C5}"/>
                  </a:ext>
                </a:extLst>
              </p:cNvPr>
              <p:cNvSpPr txBox="1"/>
              <p:nvPr/>
            </p:nvSpPr>
            <p:spPr>
              <a:xfrm>
                <a:off x="2639179" y="5144564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b="1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成都</a:t>
                </a:r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C4CB09EC-BC45-31CB-0A1A-2B0D0A519435}"/>
                  </a:ext>
                </a:extLst>
              </p:cNvPr>
              <p:cNvSpPr txBox="1"/>
              <p:nvPr/>
            </p:nvSpPr>
            <p:spPr>
              <a:xfrm>
                <a:off x="1666298" y="5144565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荆州</a:t>
                </a:r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5052C12C-DA59-7549-5310-35989253EF1F}"/>
                  </a:ext>
                </a:extLst>
              </p:cNvPr>
              <p:cNvSpPr txBox="1"/>
              <p:nvPr/>
            </p:nvSpPr>
            <p:spPr>
              <a:xfrm>
                <a:off x="1167098" y="5311850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E67662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E67662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CE8DC9-AE24-6CAD-D33C-AAD416C04424}"/>
                  </a:ext>
                </a:extLst>
              </p:cNvPr>
              <p:cNvSpPr txBox="1"/>
              <p:nvPr/>
            </p:nvSpPr>
            <p:spPr>
              <a:xfrm>
                <a:off x="3112856" y="5311850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b="1" spc="-216" dirty="0">
                    <a:solidFill>
                      <a:srgbClr val="E67662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5</a:t>
                </a:r>
                <a:endParaRPr lang="zh-CN" altLang="en-US" sz="2590" b="1" spc="-216" dirty="0">
                  <a:solidFill>
                    <a:srgbClr val="E67662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77A3E2C-50B5-C6F1-19AA-20A432403F7B}"/>
                  </a:ext>
                </a:extLst>
              </p:cNvPr>
              <p:cNvSpPr txBox="1"/>
              <p:nvPr/>
            </p:nvSpPr>
            <p:spPr>
              <a:xfrm>
                <a:off x="2139977" y="3698272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E67662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3</a:t>
                </a:r>
                <a:endParaRPr lang="zh-CN" altLang="en-US" sz="2590" spc="-216" dirty="0">
                  <a:solidFill>
                    <a:srgbClr val="E67662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382A9AA3-0D95-6E96-59C1-181EA2DD6B86}"/>
                </a:ext>
              </a:extLst>
            </p:cNvPr>
            <p:cNvGrpSpPr/>
            <p:nvPr/>
          </p:nvGrpSpPr>
          <p:grpSpPr>
            <a:xfrm>
              <a:off x="3214842" y="3241073"/>
              <a:ext cx="2918637" cy="2718345"/>
              <a:chOff x="3727773" y="3241073"/>
              <a:chExt cx="2918637" cy="2718345"/>
            </a:xfrm>
          </p:grpSpPr>
          <p:sp>
            <p:nvSpPr>
              <p:cNvPr id="15" name="六边形 14">
                <a:extLst>
                  <a:ext uri="{FF2B5EF4-FFF2-40B4-BE49-F238E27FC236}">
                    <a16:creationId xmlns:a16="http://schemas.microsoft.com/office/drawing/2014/main" id="{B08C5825-B1A6-861F-D38A-ACF6445CB3ED}"/>
                  </a:ext>
                </a:extLst>
              </p:cNvPr>
              <p:cNvSpPr/>
              <p:nvPr/>
            </p:nvSpPr>
            <p:spPr>
              <a:xfrm rot="5400000">
                <a:off x="4251181" y="3781578"/>
                <a:ext cx="1897344" cy="1635641"/>
              </a:xfrm>
              <a:prstGeom prst="hexagon">
                <a:avLst>
                  <a:gd name="adj" fmla="val 29865"/>
                  <a:gd name="vf" fmla="val 115470"/>
                </a:avLst>
              </a:prstGeom>
              <a:noFill/>
              <a:ln>
                <a:solidFill>
                  <a:srgbClr val="4F86D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 fontAlgn="ctr"/>
                <a:r>
                  <a:rPr lang="zh-CN" altLang="en-US" sz="3454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隶书" panose="02010509060101010101" pitchFamily="49" charset="-122"/>
                    <a:ea typeface="隶书" panose="02010509060101010101" pitchFamily="49" charset="-122"/>
                  </a:rPr>
                  <a:t>曹魏</a:t>
                </a:r>
                <a:endParaRPr lang="zh-CN" altLang="en-US" sz="151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54990AA3-14A5-7EF7-AD72-A146C37FBC7C}"/>
                  </a:ext>
                </a:extLst>
              </p:cNvPr>
              <p:cNvSpPr txBox="1"/>
              <p:nvPr/>
            </p:nvSpPr>
            <p:spPr>
              <a:xfrm>
                <a:off x="4700653" y="3737629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凉州</a:t>
                </a:r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2C8165-A36F-A568-62B2-EC5B44EFBF0C}"/>
                  </a:ext>
                </a:extLst>
              </p:cNvPr>
              <p:cNvSpPr txBox="1"/>
              <p:nvPr/>
            </p:nvSpPr>
            <p:spPr>
              <a:xfrm>
                <a:off x="5199854" y="4687365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长安</a:t>
                </a:r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EA26A7A-78E7-6282-31DE-DFE079C99C56}"/>
                  </a:ext>
                </a:extLst>
              </p:cNvPr>
              <p:cNvSpPr txBox="1"/>
              <p:nvPr/>
            </p:nvSpPr>
            <p:spPr>
              <a:xfrm>
                <a:off x="4226973" y="4687366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襄阳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57BCDB82-0C46-7B50-4B9C-8680B080C341}"/>
                  </a:ext>
                </a:extLst>
              </p:cNvPr>
              <p:cNvSpPr txBox="1"/>
              <p:nvPr/>
            </p:nvSpPr>
            <p:spPr>
              <a:xfrm>
                <a:off x="3727773" y="4854651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86182AD-454F-4AFE-2566-18C430F93FF8}"/>
                  </a:ext>
                </a:extLst>
              </p:cNvPr>
              <p:cNvSpPr txBox="1"/>
              <p:nvPr/>
            </p:nvSpPr>
            <p:spPr>
              <a:xfrm>
                <a:off x="5673531" y="4854651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3</a:t>
                </a:r>
                <a:endParaRPr lang="zh-CN" altLang="en-US" sz="2590" spc="-216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796FB05-E08A-96AF-81DB-C526B7AB4AB4}"/>
                  </a:ext>
                </a:extLst>
              </p:cNvPr>
              <p:cNvSpPr txBox="1"/>
              <p:nvPr/>
            </p:nvSpPr>
            <p:spPr>
              <a:xfrm>
                <a:off x="4700652" y="3241073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C633F9F-015C-5102-C3F9-A6FC0CBBA5AF}"/>
                  </a:ext>
                </a:extLst>
              </p:cNvPr>
              <p:cNvSpPr txBox="1"/>
              <p:nvPr/>
            </p:nvSpPr>
            <p:spPr>
              <a:xfrm>
                <a:off x="4226973" y="4097363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幽州</a:t>
                </a:r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AC8438E7-68EB-CFE7-DF3E-FB70E335E58C}"/>
                  </a:ext>
                </a:extLst>
              </p:cNvPr>
              <p:cNvSpPr txBox="1"/>
              <p:nvPr/>
            </p:nvSpPr>
            <p:spPr>
              <a:xfrm>
                <a:off x="4700651" y="4996099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合肥</a:t>
                </a:r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ADDFEC4B-CABD-0C07-702D-A8021D8AC839}"/>
                  </a:ext>
                </a:extLst>
              </p:cNvPr>
              <p:cNvSpPr txBox="1"/>
              <p:nvPr/>
            </p:nvSpPr>
            <p:spPr>
              <a:xfrm>
                <a:off x="5187091" y="4085066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b="1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洛阳</a:t>
                </a: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45C45963-7B9D-2E66-09B3-CCE33049553F}"/>
                  </a:ext>
                </a:extLst>
              </p:cNvPr>
              <p:cNvSpPr txBox="1"/>
              <p:nvPr/>
            </p:nvSpPr>
            <p:spPr>
              <a:xfrm>
                <a:off x="3727773" y="3881558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28F5FDA-235E-9AAB-F2EC-5B8090A5CE18}"/>
                  </a:ext>
                </a:extLst>
              </p:cNvPr>
              <p:cNvSpPr txBox="1"/>
              <p:nvPr/>
            </p:nvSpPr>
            <p:spPr>
              <a:xfrm>
                <a:off x="5673529" y="3878263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b="1" spc="-216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5</a:t>
                </a:r>
                <a:endParaRPr lang="zh-CN" altLang="en-US" sz="2590" b="1" spc="-216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F275D169-2A87-69F9-CDCA-51F9FD405EBF}"/>
                  </a:ext>
                </a:extLst>
              </p:cNvPr>
              <p:cNvSpPr txBox="1"/>
              <p:nvPr/>
            </p:nvSpPr>
            <p:spPr>
              <a:xfrm>
                <a:off x="4700650" y="5522554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4F86D0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4F86D0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</p:grp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15D5221B-8903-3B5B-D178-BA7D488B04EF}"/>
                </a:ext>
              </a:extLst>
            </p:cNvPr>
            <p:cNvGrpSpPr/>
            <p:nvPr/>
          </p:nvGrpSpPr>
          <p:grpSpPr>
            <a:xfrm>
              <a:off x="5556930" y="3241073"/>
              <a:ext cx="2918637" cy="2306998"/>
              <a:chOff x="1167098" y="3698272"/>
              <a:chExt cx="2918637" cy="2306998"/>
            </a:xfrm>
          </p:grpSpPr>
          <p:sp>
            <p:nvSpPr>
              <p:cNvPr id="30" name="六边形 29">
                <a:extLst>
                  <a:ext uri="{FF2B5EF4-FFF2-40B4-BE49-F238E27FC236}">
                    <a16:creationId xmlns:a16="http://schemas.microsoft.com/office/drawing/2014/main" id="{43532AA7-07F8-DA24-A098-20DBA7B24FE4}"/>
                  </a:ext>
                </a:extLst>
              </p:cNvPr>
              <p:cNvSpPr/>
              <p:nvPr/>
            </p:nvSpPr>
            <p:spPr>
              <a:xfrm rot="5400000">
                <a:off x="1690506" y="4238777"/>
                <a:ext cx="1897344" cy="1635641"/>
              </a:xfrm>
              <a:prstGeom prst="hexagon">
                <a:avLst>
                  <a:gd name="adj" fmla="val 29865"/>
                  <a:gd name="vf" fmla="val 115470"/>
                </a:avLst>
              </a:prstGeom>
              <a:noFill/>
              <a:ln>
                <a:solidFill>
                  <a:srgbClr val="5FBF7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 fontAlgn="ctr"/>
                <a:r>
                  <a:rPr lang="zh-CN" altLang="en-US" sz="3454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隶书" panose="02010509060101010101" pitchFamily="49" charset="-122"/>
                    <a:ea typeface="隶书" panose="02010509060101010101" pitchFamily="49" charset="-122"/>
                  </a:rPr>
                  <a:t>孙吴</a:t>
                </a:r>
                <a:endParaRPr lang="en-US" altLang="zh-CN" sz="3454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  <a:p>
                <a:pPr algn="ctr" fontAlgn="ctr"/>
                <a:endParaRPr lang="zh-CN" altLang="en-US" sz="1511" dirty="0">
                  <a:solidFill>
                    <a:srgbClr val="BB9E43"/>
                  </a:solidFill>
                  <a:latin typeface="隶书" panose="02010509060101010101" pitchFamily="49" charset="-122"/>
                  <a:ea typeface="隶书" panose="02010509060101010101" pitchFamily="49" charset="-122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FC7A2A54-67B7-BB77-6F7B-F0F84C544486}"/>
                  </a:ext>
                </a:extLst>
              </p:cNvPr>
              <p:cNvSpPr txBox="1"/>
              <p:nvPr/>
            </p:nvSpPr>
            <p:spPr>
              <a:xfrm>
                <a:off x="2139978" y="4194828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武昌</a:t>
                </a:r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257DA43-0BE5-B9C9-66E6-6E3DF6142799}"/>
                  </a:ext>
                </a:extLst>
              </p:cNvPr>
              <p:cNvSpPr txBox="1"/>
              <p:nvPr/>
            </p:nvSpPr>
            <p:spPr>
              <a:xfrm>
                <a:off x="2639179" y="5144564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b="1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建业</a:t>
                </a: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CD959281-9E29-16C2-C208-D6DF604314FD}"/>
                  </a:ext>
                </a:extLst>
              </p:cNvPr>
              <p:cNvSpPr txBox="1"/>
              <p:nvPr/>
            </p:nvSpPr>
            <p:spPr>
              <a:xfrm>
                <a:off x="1666298" y="5144565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590" spc="-216" dirty="0">
                    <a:solidFill>
                      <a:srgbClr val="BB9E43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长沙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8C646B3-4D44-54D7-B107-474771CDACB8}"/>
                  </a:ext>
                </a:extLst>
              </p:cNvPr>
              <p:cNvSpPr txBox="1"/>
              <p:nvPr/>
            </p:nvSpPr>
            <p:spPr>
              <a:xfrm>
                <a:off x="1167098" y="5311850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5FBF7F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5FBF7F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626CEFF6-0354-3797-2D37-354014D4E2C1}"/>
                  </a:ext>
                </a:extLst>
              </p:cNvPr>
              <p:cNvSpPr txBox="1"/>
              <p:nvPr/>
            </p:nvSpPr>
            <p:spPr>
              <a:xfrm>
                <a:off x="3112856" y="5311850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b="1" spc="-216" dirty="0">
                    <a:solidFill>
                      <a:srgbClr val="5FBF7F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5</a:t>
                </a:r>
                <a:endParaRPr lang="zh-CN" altLang="en-US" sz="2590" b="1" spc="-216" dirty="0">
                  <a:solidFill>
                    <a:srgbClr val="5FBF7F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71956D84-DBAB-367B-E9AA-A9FFF1D06AD9}"/>
                  </a:ext>
                </a:extLst>
              </p:cNvPr>
              <p:cNvSpPr txBox="1"/>
              <p:nvPr/>
            </p:nvSpPr>
            <p:spPr>
              <a:xfrm>
                <a:off x="2139977" y="3698272"/>
                <a:ext cx="972879" cy="436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590" spc="-216" dirty="0">
                    <a:solidFill>
                      <a:srgbClr val="5FBF7F"/>
                    </a:solidFill>
                    <a:latin typeface="方正苏新诗柳楷简体" panose="02000000000000000000" pitchFamily="2" charset="-122"/>
                    <a:ea typeface="方正苏新诗柳楷简体" panose="02000000000000000000" pitchFamily="2" charset="-122"/>
                  </a:rPr>
                  <a:t>2</a:t>
                </a:r>
                <a:endParaRPr lang="zh-CN" altLang="en-US" sz="2590" spc="-216" dirty="0">
                  <a:solidFill>
                    <a:srgbClr val="5FBF7F"/>
                  </a:solidFill>
                  <a:latin typeface="方正苏新诗柳楷简体" panose="02000000000000000000" pitchFamily="2" charset="-122"/>
                  <a:ea typeface="方正苏新诗柳楷简体" panose="02000000000000000000" pitchFamily="2" charset="-122"/>
                </a:endParaRPr>
              </a:p>
            </p:txBody>
          </p:sp>
        </p:grpSp>
      </p:grpSp>
      <p:sp>
        <p:nvSpPr>
          <p:cNvPr id="37" name="文本框 36">
            <a:extLst>
              <a:ext uri="{FF2B5EF4-FFF2-40B4-BE49-F238E27FC236}">
                <a16:creationId xmlns:a16="http://schemas.microsoft.com/office/drawing/2014/main" id="{647FF711-FB28-404D-1248-ECDBDAB2895A}"/>
              </a:ext>
            </a:extLst>
          </p:cNvPr>
          <p:cNvSpPr txBox="1"/>
          <p:nvPr/>
        </p:nvSpPr>
        <p:spPr>
          <a:xfrm>
            <a:off x="5935241" y="771854"/>
            <a:ext cx="3178413" cy="1288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民心等级达</a:t>
            </a:r>
            <a:r>
              <a:rPr lang="en-US" altLang="zh-CN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5</a:t>
            </a:r>
            <a:r>
              <a:rPr lang="zh-CN" altLang="en-US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级</a:t>
            </a:r>
            <a:endParaRPr lang="en-US" altLang="zh-CN" sz="2590" b="1" u="sng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且</a:t>
            </a:r>
            <a:r>
              <a:rPr lang="zh-CN" altLang="en-US" sz="2590" b="1" u="sng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同时占领</a:t>
            </a: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br>
              <a:rPr lang="en-US" altLang="zh-CN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590" b="1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成都</a:t>
            </a: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、</a:t>
            </a:r>
            <a:r>
              <a:rPr lang="zh-CN" altLang="en-US" sz="2590" b="1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洛阳</a:t>
            </a:r>
            <a:r>
              <a:rPr lang="zh-CN" altLang="en-US" sz="2590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、</a:t>
            </a:r>
            <a:r>
              <a:rPr lang="zh-CN" altLang="en-US" sz="2590" b="1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建业</a:t>
            </a:r>
            <a:endParaRPr lang="en-US" altLang="zh-CN" sz="2590" b="1" dirty="0">
              <a:solidFill>
                <a:srgbClr val="5FBF7F"/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CE508BD0-1098-62F7-F494-8AA70204B924}"/>
              </a:ext>
            </a:extLst>
          </p:cNvPr>
          <p:cNvGrpSpPr/>
          <p:nvPr/>
        </p:nvGrpSpPr>
        <p:grpSpPr>
          <a:xfrm>
            <a:off x="787062" y="4113557"/>
            <a:ext cx="889394" cy="2644175"/>
            <a:chOff x="786806" y="3478386"/>
            <a:chExt cx="824026" cy="2449837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94EE890E-5E7A-B45C-10D6-C78DC9677DCA}"/>
                </a:ext>
              </a:extLst>
            </p:cNvPr>
            <p:cNvGrpSpPr/>
            <p:nvPr/>
          </p:nvGrpSpPr>
          <p:grpSpPr>
            <a:xfrm>
              <a:off x="786806" y="3478386"/>
              <a:ext cx="824026" cy="83290"/>
              <a:chOff x="786807" y="3078125"/>
              <a:chExt cx="824026" cy="83290"/>
            </a:xfrm>
          </p:grpSpPr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02275663-8875-BD72-6D1A-DBDE47B79B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D8E57B6A-6365-01AB-0FBD-E0F07D060F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28C8FBC-9D6B-6ED1-632F-98744DB22BF8}"/>
                </a:ext>
              </a:extLst>
            </p:cNvPr>
            <p:cNvGrpSpPr/>
            <p:nvPr/>
          </p:nvGrpSpPr>
          <p:grpSpPr>
            <a:xfrm rot="10800000">
              <a:off x="786806" y="5844933"/>
              <a:ext cx="824026" cy="83290"/>
              <a:chOff x="786807" y="3078125"/>
              <a:chExt cx="824026" cy="83290"/>
            </a:xfrm>
          </p:grpSpPr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384F04AF-E23C-6850-5FDE-1073670177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332D02CF-1AD0-2C4B-6DB2-5E5BABB85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3934DE6F-A046-F45B-B98B-0C6F6C739DC0}"/>
                </a:ext>
              </a:extLst>
            </p:cNvPr>
            <p:cNvSpPr txBox="1"/>
            <p:nvPr/>
          </p:nvSpPr>
          <p:spPr>
            <a:xfrm>
              <a:off x="812314" y="3541254"/>
              <a:ext cx="786615" cy="232410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4317" dirty="0">
                  <a:solidFill>
                    <a:srgbClr val="C7B299"/>
                  </a:solidFill>
                  <a:effectLst>
                    <a:outerShdw blurRad="38100" dist="25400" dir="2700000" sx="101000" sy="101000" algn="tl" rotWithShape="0">
                      <a:srgbClr val="C7B299">
                        <a:alpha val="50000"/>
                      </a:srgbClr>
                    </a:outerShdw>
                  </a:effectLst>
                  <a:latin typeface="华文新魏" panose="02010800040101010101" pitchFamily="2" charset="-122"/>
                  <a:ea typeface="华文新魏" panose="02010800040101010101" pitchFamily="2" charset="-122"/>
                </a:rPr>
                <a:t>一代枭雄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319E33A-0441-C628-4F52-DBF0C136F5B9}"/>
              </a:ext>
            </a:extLst>
          </p:cNvPr>
          <p:cNvGrpSpPr/>
          <p:nvPr/>
        </p:nvGrpSpPr>
        <p:grpSpPr>
          <a:xfrm>
            <a:off x="9015358" y="846720"/>
            <a:ext cx="889394" cy="2644175"/>
            <a:chOff x="786806" y="3478386"/>
            <a:chExt cx="824026" cy="2449837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D2D527AF-5DC2-F9BA-34C8-5A19597850D6}"/>
                </a:ext>
              </a:extLst>
            </p:cNvPr>
            <p:cNvGrpSpPr/>
            <p:nvPr/>
          </p:nvGrpSpPr>
          <p:grpSpPr>
            <a:xfrm>
              <a:off x="786806" y="3478386"/>
              <a:ext cx="824026" cy="83290"/>
              <a:chOff x="786807" y="3078125"/>
              <a:chExt cx="824026" cy="83290"/>
            </a:xfrm>
          </p:grpSpPr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57F4F974-5625-7D2B-1295-02254BD9B0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>
                <a:extLst>
                  <a:ext uri="{FF2B5EF4-FFF2-40B4-BE49-F238E27FC236}">
                    <a16:creationId xmlns:a16="http://schemas.microsoft.com/office/drawing/2014/main" id="{39A85DA7-9DDD-56D0-23F5-B0164C40CF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8B3CD270-24E4-0852-1227-164820A8D999}"/>
                </a:ext>
              </a:extLst>
            </p:cNvPr>
            <p:cNvGrpSpPr/>
            <p:nvPr/>
          </p:nvGrpSpPr>
          <p:grpSpPr>
            <a:xfrm rot="10800000">
              <a:off x="786806" y="5844933"/>
              <a:ext cx="824026" cy="83290"/>
              <a:chOff x="786807" y="3078125"/>
              <a:chExt cx="824026" cy="83290"/>
            </a:xfrm>
          </p:grpSpPr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999649B1-52E6-B8A4-7A1D-3127966F50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8" y="3078125"/>
                <a:ext cx="824025" cy="0"/>
              </a:xfrm>
              <a:prstGeom prst="line">
                <a:avLst/>
              </a:prstGeom>
              <a:ln w="57150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798765AA-9440-405D-A21C-9CD22FE818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6807" y="3161415"/>
                <a:ext cx="824025" cy="0"/>
              </a:xfrm>
              <a:prstGeom prst="line">
                <a:avLst/>
              </a:prstGeom>
              <a:ln w="28575">
                <a:solidFill>
                  <a:srgbClr val="C7B29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C953CE2A-C892-0F8B-686F-22BC01E84ED8}"/>
                </a:ext>
              </a:extLst>
            </p:cNvPr>
            <p:cNvSpPr txBox="1"/>
            <p:nvPr/>
          </p:nvSpPr>
          <p:spPr>
            <a:xfrm>
              <a:off x="812314" y="3541254"/>
              <a:ext cx="786615" cy="232410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pPr algn="ctr"/>
              <a:r>
                <a:rPr lang="zh-CN" altLang="en-US" sz="4317" dirty="0">
                  <a:solidFill>
                    <a:srgbClr val="C7B299"/>
                  </a:solidFill>
                  <a:effectLst>
                    <a:outerShdw blurRad="38100" dist="25400" dir="8100000" sx="101000" sy="101000" algn="tl" rotWithShape="0">
                      <a:srgbClr val="C7B299">
                        <a:alpha val="50000"/>
                      </a:srgbClr>
                    </a:outerShdw>
                  </a:effectLst>
                  <a:latin typeface="华文新魏" panose="02010800040101010101" pitchFamily="2" charset="-122"/>
                  <a:ea typeface="华文新魏" panose="02010800040101010101" pitchFamily="2" charset="-122"/>
                </a:rPr>
                <a:t>天下归心</a:t>
              </a:r>
            </a:p>
          </p:txBody>
        </p:sp>
      </p:grpSp>
      <p:sp>
        <p:nvSpPr>
          <p:cNvPr id="59" name="文本框 58">
            <a:extLst>
              <a:ext uri="{FF2B5EF4-FFF2-40B4-BE49-F238E27FC236}">
                <a16:creationId xmlns:a16="http://schemas.microsoft.com/office/drawing/2014/main" id="{BBB61A83-3E6D-1E85-501A-F43A439384B1}"/>
              </a:ext>
            </a:extLst>
          </p:cNvPr>
          <p:cNvSpPr txBox="1"/>
          <p:nvPr/>
        </p:nvSpPr>
        <p:spPr>
          <a:xfrm>
            <a:off x="606511" y="846720"/>
            <a:ext cx="5150620" cy="989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828" dirty="0">
                <a:solidFill>
                  <a:srgbClr val="D4AF37"/>
                </a:solidFill>
                <a:effectLst>
                  <a:outerShdw blurRad="25400" dist="12700" dir="5400000" sx="102000" sy="102000" algn="t" rotWithShape="0">
                    <a:srgbClr val="C7B299">
                      <a:alpha val="80000"/>
                    </a:srgb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胜利结算方式</a:t>
            </a:r>
          </a:p>
        </p:txBody>
      </p:sp>
    </p:spTree>
    <p:extLst>
      <p:ext uri="{BB962C8B-B14F-4D97-AF65-F5344CB8AC3E}">
        <p14:creationId xmlns:p14="http://schemas.microsoft.com/office/powerpoint/2010/main" val="3297523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BDECABED-406C-1839-CAA8-ACDCB4F27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192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986EACD2-E293-2157-F56C-46D0A96BB50D}"/>
              </a:ext>
            </a:extLst>
          </p:cNvPr>
          <p:cNvSpPr txBox="1"/>
          <p:nvPr/>
        </p:nvSpPr>
        <p:spPr>
          <a:xfrm>
            <a:off x="457229" y="650897"/>
            <a:ext cx="10037578" cy="6305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lnSpc>
                <a:spcPct val="120000"/>
              </a:lnSpc>
              <a:spcAft>
                <a:spcPts val="971"/>
              </a:spcAft>
              <a:buSzPct val="75000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游戏分为</a:t>
            </a:r>
            <a:r>
              <a:rPr lang="en-US" altLang="zh-CN" sz="2374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5</a:t>
            </a:r>
            <a:r>
              <a:rPr lang="zh-CN" altLang="en-US" sz="2374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个大回合</a:t>
            </a: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，每个大回合中有</a:t>
            </a:r>
            <a:r>
              <a:rPr lang="en-US" altLang="zh-CN" sz="2374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6</a:t>
            </a:r>
            <a:r>
              <a:rPr lang="zh-CN" altLang="en-US" sz="2374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个小回合</a:t>
            </a: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374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lnSpc>
                <a:spcPct val="120000"/>
              </a:lnSpc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在每个大回合开始时，可以选择本大回合</a:t>
            </a:r>
            <a:r>
              <a:rPr lang="zh-CN" altLang="en-US" sz="2374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加点</a:t>
            </a: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</a:t>
            </a:r>
            <a:r>
              <a:rPr lang="en-US" altLang="zh-CN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政治点数或</a:t>
            </a:r>
            <a:r>
              <a:rPr lang="en-US" altLang="zh-CN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民心点数）。</a:t>
            </a:r>
            <a:endParaRPr lang="en-US" altLang="zh-CN" sz="2374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lnSpc>
                <a:spcPct val="120000"/>
              </a:lnSpc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小回合中，行动顺序总是</a:t>
            </a:r>
            <a:r>
              <a:rPr lang="zh-CN" altLang="en-US" sz="2374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蜀→吴→魏</a:t>
            </a: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；</a:t>
            </a:r>
            <a:br>
              <a:rPr lang="en-US" altLang="zh-CN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在每个玩家的小回合开始时，如果您有政治点数，则进入事件卡抽取阶段，</a:t>
            </a:r>
            <a:br>
              <a:rPr lang="en-US" altLang="zh-CN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可以抽取事件卡或选择跳过此阶段。</a:t>
            </a:r>
          </a:p>
          <a:p>
            <a:pPr marL="233129" indent="-233129" fontAlgn="ctr">
              <a:lnSpc>
                <a:spcPct val="120000"/>
              </a:lnSpc>
              <a:buSzPct val="75000"/>
              <a:buFont typeface="Wingdings" panose="05000000000000000000" pitchFamily="2" charset="2"/>
              <a:buChar char="Ø"/>
            </a:pPr>
            <a:r>
              <a:rPr lang="zh-CN" altLang="en-US" sz="2374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事件卡抽取阶段结束后，在一个小回合内，您可以</a:t>
            </a:r>
            <a:r>
              <a:rPr lang="zh-CN" altLang="en-US" sz="2374" b="1" u="sng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执行以下四个动作中的一个</a:t>
            </a:r>
            <a:r>
              <a:rPr lang="zh-CN" altLang="en-US" sz="2374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</a:p>
          <a:p>
            <a:pPr marL="621677" indent="-388548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374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消耗行动点移动一个单位（若有可以发动战斗的行动点，可以移动后攻击，但此攻击视为只有这个单位参与）。</a:t>
            </a:r>
          </a:p>
          <a:p>
            <a:pPr marL="621677" indent="-388548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发起攻击（可以选择任意多个可攻击到同一目标的单位）。</a:t>
            </a:r>
          </a:p>
          <a:p>
            <a:pPr marL="621677" indent="-388548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解除一个单位的混乱。</a:t>
            </a:r>
          </a:p>
          <a:p>
            <a:pPr marL="621677" indent="-388548" fontAlgn="ctr">
              <a:lnSpc>
                <a:spcPct val="120000"/>
              </a:lnSpc>
              <a:buSzPct val="100000"/>
              <a:buFont typeface="+mj-ea"/>
              <a:buAutoNum type="circleNumDbPlain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使用政治点数（可以一次使用多个）。</a:t>
            </a:r>
          </a:p>
          <a:p>
            <a:pPr marL="233129" fontAlgn="ctr">
              <a:lnSpc>
                <a:spcPct val="120000"/>
              </a:lnSpc>
              <a:spcAft>
                <a:spcPts val="971"/>
              </a:spcAft>
              <a:buSzPct val="75000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当您完成四个动作的其中之一后，将会进入下一个玩家的小回合。</a:t>
            </a:r>
          </a:p>
          <a:p>
            <a:pPr fontAlgn="ctr">
              <a:lnSpc>
                <a:spcPct val="120000"/>
              </a:lnSpc>
              <a:spcAft>
                <a:spcPts val="1295"/>
              </a:spcAft>
              <a:buSzPct val="75000"/>
            </a:pPr>
            <a:r>
              <a:rPr lang="zh-CN" altLang="en-US" sz="2374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接下来我们将逐一讲解上述可采取的行动。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720C9DD-ED99-B8C4-F8D6-D7A92D631A23}"/>
              </a:ext>
            </a:extLst>
          </p:cNvPr>
          <p:cNvSpPr txBox="1"/>
          <p:nvPr/>
        </p:nvSpPr>
        <p:spPr>
          <a:xfrm>
            <a:off x="9052895" y="4148679"/>
            <a:ext cx="1081515" cy="281575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5828" dirty="0">
                <a:solidFill>
                  <a:srgbClr val="D4AF37"/>
                </a:solidFill>
                <a:effectLst>
                  <a:outerShdw blurRad="25400" dist="12700" dir="5400000" sx="102000" sy="102000" algn="t" rotWithShape="0">
                    <a:srgbClr val="C7B299">
                      <a:alpha val="80000"/>
                    </a:srgbClr>
                  </a:outerShdw>
                </a:effectLst>
                <a:latin typeface="隶书" panose="02010509060101010101" pitchFamily="49" charset="-122"/>
                <a:ea typeface="隶书" panose="02010509060101010101" pitchFamily="49" charset="-122"/>
              </a:rPr>
              <a:t>规则</a:t>
            </a:r>
          </a:p>
        </p:txBody>
      </p:sp>
    </p:spTree>
    <p:extLst>
      <p:ext uri="{BB962C8B-B14F-4D97-AF65-F5344CB8AC3E}">
        <p14:creationId xmlns:p14="http://schemas.microsoft.com/office/powerpoint/2010/main" val="3384946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023B23B6-8C09-90DD-2CEC-D93DB948D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9F83D8A-B8BF-C8BC-EB41-DF6F4E501F27}"/>
              </a:ext>
            </a:extLst>
          </p:cNvPr>
          <p:cNvSpPr txBox="1"/>
          <p:nvPr/>
        </p:nvSpPr>
        <p:spPr>
          <a:xfrm>
            <a:off x="537191" y="713916"/>
            <a:ext cx="9785107" cy="1549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971"/>
              </a:spcAft>
              <a:buSzPct val="75000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在大回合开始时，可以选择本大回合的加点，即选择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政治点数或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民心点数。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不同民心等级可以获得相应的技能，当处于高民心等级时，较低等级对应的技能同样可以使用。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您所持有的民心点数对应民心等级和技能如下：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D47790A9-3AB0-0E76-4FCD-80FFA8BDF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152575"/>
              </p:ext>
            </p:extLst>
          </p:nvPr>
        </p:nvGraphicFramePr>
        <p:xfrm>
          <a:off x="840936" y="2326976"/>
          <a:ext cx="9177617" cy="27107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5241">
                  <a:extLst>
                    <a:ext uri="{9D8B030D-6E8A-4147-A177-3AD203B41FA5}">
                      <a16:colId xmlns:a16="http://schemas.microsoft.com/office/drawing/2014/main" val="1585160050"/>
                    </a:ext>
                  </a:extLst>
                </a:gridCol>
                <a:gridCol w="615241">
                  <a:extLst>
                    <a:ext uri="{9D8B030D-6E8A-4147-A177-3AD203B41FA5}">
                      <a16:colId xmlns:a16="http://schemas.microsoft.com/office/drawing/2014/main" val="121872607"/>
                    </a:ext>
                  </a:extLst>
                </a:gridCol>
                <a:gridCol w="1107435">
                  <a:extLst>
                    <a:ext uri="{9D8B030D-6E8A-4147-A177-3AD203B41FA5}">
                      <a16:colId xmlns:a16="http://schemas.microsoft.com/office/drawing/2014/main" val="2309546673"/>
                    </a:ext>
                  </a:extLst>
                </a:gridCol>
                <a:gridCol w="6839700">
                  <a:extLst>
                    <a:ext uri="{9D8B030D-6E8A-4147-A177-3AD203B41FA5}">
                      <a16:colId xmlns:a16="http://schemas.microsoft.com/office/drawing/2014/main" val="2568366799"/>
                    </a:ext>
                  </a:extLst>
                </a:gridCol>
              </a:tblGrid>
              <a:tr h="6968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民心点数</a:t>
                      </a:r>
                    </a:p>
                  </a:txBody>
                  <a:tcPr marL="38856" marR="38856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民心等级</a:t>
                      </a: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技能</a:t>
                      </a:r>
                    </a:p>
                  </a:txBody>
                  <a:tcPr marL="0" marR="0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解释</a:t>
                      </a: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383617"/>
                  </a:ext>
                </a:extLst>
              </a:tr>
              <a:tr h="40025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0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extLst>
                  <a:ext uri="{0D108BD9-81ED-4DB2-BD59-A6C34878D82A}">
                    <a16:rowId xmlns:a16="http://schemas.microsoft.com/office/drawing/2014/main" val="3837739353"/>
                  </a:ext>
                </a:extLst>
              </a:tr>
              <a:tr h="40025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令行禁止</a:t>
                      </a:r>
                    </a:p>
                  </a:txBody>
                  <a:tcPr marL="0" marR="0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每大回合可额外移动一个单位到相邻己方地块（无视地形）</a:t>
                      </a: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521285775"/>
                  </a:ext>
                </a:extLst>
              </a:tr>
              <a:tr h="40025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老乡指路</a:t>
                      </a:r>
                    </a:p>
                  </a:txBody>
                  <a:tcPr marL="0" marR="0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每大回合可指定一个单位行动力</a:t>
                      </a:r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+1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134119334"/>
                  </a:ext>
                </a:extLst>
              </a:tr>
              <a:tr h="40025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军容严整</a:t>
                      </a:r>
                    </a:p>
                  </a:txBody>
                  <a:tcPr marL="0" marR="0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大回合结束时可解除一个单位的混乱状态</a:t>
                      </a: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9598021"/>
                  </a:ext>
                </a:extLst>
              </a:tr>
              <a:tr h="400258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altLang="en-US" sz="2200" spc="-15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箪食壶浆</a:t>
                      </a:r>
                    </a:p>
                  </a:txBody>
                  <a:tcPr marL="0" marR="0" marT="19428" marB="19428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2200" spc="-15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敌方未放置守军的城市可以直接占领</a:t>
                      </a:r>
                    </a:p>
                  </a:txBody>
                  <a:tcPr marL="38856" marR="38856" marT="19428" marB="19428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9758878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E199DF02-6F06-F4A1-AF38-E92214A90BE4}"/>
              </a:ext>
            </a:extLst>
          </p:cNvPr>
          <p:cNvSpPr txBox="1"/>
          <p:nvPr/>
        </p:nvSpPr>
        <p:spPr>
          <a:xfrm>
            <a:off x="537192" y="5145208"/>
            <a:ext cx="9963354" cy="17536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政治点数可以在小回合中使用，也可以在小回合开始前用于抽取事件卡。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政治点数可以恢复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个普通单位的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点血量，而特殊单位每点血量恢复需要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政治点数。</a:t>
            </a:r>
            <a:b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政治点数可以召唤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点血量的普通单位，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政治点数可以召唤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个满血的普通单位。</a:t>
            </a:r>
            <a:b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政治点数不可用于获取特殊单位。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政治点数可以积攒使用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（初始为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0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，可能为负数，此时必须加到</a:t>
            </a:r>
            <a:r>
              <a:rPr lang="en-US" altLang="zh-CN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216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之后才可以使用）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62538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5ACC7D4E-4443-4141-C1DE-AEB3D5E71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373D4586-CE83-EBCD-86FF-7084F6BA45CE}"/>
              </a:ext>
            </a:extLst>
          </p:cNvPr>
          <p:cNvSpPr txBox="1"/>
          <p:nvPr/>
        </p:nvSpPr>
        <p:spPr>
          <a:xfrm>
            <a:off x="537191" y="713915"/>
            <a:ext cx="9866388" cy="6074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95"/>
              </a:spcAft>
              <a:buSzPct val="75000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在小回合开始时，您首先会进入事件卡抽取的阶段。此阶段交互按钮在画面的右上角。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在此阶段中，您可以使用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政治点数抽取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张事件卡，可以连续抽多张，或跳过抽卡。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无论哪国抽取，抽到的事件卡总是只对该卡所属国家生效；公共事件卡对抽取国生效。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在游戏中，我们共设计了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28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张事件卡。事件卡名称、所属国家和效果如下所示：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公共事件卡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老骥伏枥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奖率三军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内，所有单位的进攻骰点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厉兵秣马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内，可指定一个单位的进攻骰点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ln w="3175">
                  <a:solidFill>
                    <a:srgbClr val="E67662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蜀汉事件卡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七擒孟获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：蜀汉民心点数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b="1" u="sng" spc="-162" dirty="0">
                <a:ln w="3175">
                  <a:solidFill>
                    <a:srgbClr val="E67662"/>
                  </a:solidFill>
                </a:ln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天府之国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益州疲敝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：蜀汉民心点数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星落秋风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，且此后若抽到“隆中定计”则政治点数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94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忘身于外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内，蜀汉可指定一个单位额外获得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行动力。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隆中定计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：若荆州属于蜀汉控制，</a:t>
            </a:r>
            <a:r>
              <a:rPr lang="zh-CN" altLang="en-US" sz="2159" spc="-173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则蜀汉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下一次</a:t>
            </a:r>
            <a:r>
              <a:rPr lang="zh-CN" altLang="en-US" sz="2159" spc="-173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进攻孙吴时骰点</a:t>
            </a:r>
            <a:r>
              <a:rPr lang="en-US" altLang="zh-CN" sz="2159" spc="-173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73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73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不懈于内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：蜀汉可以再抽取一张事件卡</a:t>
            </a:r>
            <a:r>
              <a:rPr lang="zh-CN" altLang="en-US" sz="2159" spc="-194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，且若抽到减少民心或政治点数的，卡牌无效。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一身是胆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下一次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敌方对蜀汉发起攻防比高于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1:1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的进攻时按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1:1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计算。</a:t>
            </a:r>
          </a:p>
        </p:txBody>
      </p:sp>
    </p:spTree>
    <p:extLst>
      <p:ext uri="{BB962C8B-B14F-4D97-AF65-F5344CB8AC3E}">
        <p14:creationId xmlns:p14="http://schemas.microsoft.com/office/powerpoint/2010/main" val="973041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2443E-DD29-C390-B83F-4F9ED6B0E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4425D818-7718-EBB0-AA50-23D726937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E7940ABB-0EA3-1AE9-871E-719E399405BA}"/>
              </a:ext>
            </a:extLst>
          </p:cNvPr>
          <p:cNvSpPr txBox="1"/>
          <p:nvPr/>
        </p:nvSpPr>
        <p:spPr>
          <a:xfrm>
            <a:off x="537191" y="713915"/>
            <a:ext cx="9785107" cy="6406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95"/>
              </a:spcAft>
              <a:buSzPct val="75000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在小回合开始时，您首先会进入事件卡抽取的阶段。此阶段交互按钮在画面的右上角。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在此阶段中，您可以使用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政治点数抽取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张事件卡，可以连续抽多张，或跳过抽卡。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无论哪国抽取，抽到的事件卡总是只对该卡所属国家生效；公共事件卡对抽取国生效。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在游戏中，我们共设计了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28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张事件卡。事件卡名称、所属国家和效果如下所示：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公共事件卡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老骥伏枥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奖率三军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内，所有单位的进攻骰点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厉兵秣马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内，可指定一个单位的进攻骰点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ln w="3175">
                  <a:solidFill>
                    <a:srgbClr val="5FBF7F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孙吴事件卡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江东才俊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：孙吴政治点数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偏安一隅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：孙吴民心点数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b="1" u="sng" spc="-162" dirty="0">
                <a:ln w="3175">
                  <a:solidFill>
                    <a:srgbClr val="5FBF7F"/>
                  </a:solidFill>
                </a:ln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联刘抗曹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内，蜀汉和孙吴不能相互攻击。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合肥十万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内，孙吴进攻曹魏时骰点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舍身护主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内，孙吴进行防御战时，所有单位防御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荆州之主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：若荆州属于孙吴控制，则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内孙吴进攻蜀汉时骰点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江东铁壁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：孙吴可指定某地块的所有单位，使他们的防御力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永久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愿打愿挨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：孙吴可指定一个单位，使其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，此后防御力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永久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老迈昏聩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下一次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抽卡若抽到“江东才俊”，无效。</a:t>
            </a:r>
          </a:p>
        </p:txBody>
      </p:sp>
    </p:spTree>
    <p:extLst>
      <p:ext uri="{BB962C8B-B14F-4D97-AF65-F5344CB8AC3E}">
        <p14:creationId xmlns:p14="http://schemas.microsoft.com/office/powerpoint/2010/main" val="1738683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B5099-9EE0-3173-027D-5D9D3CFC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F497F580-0D46-1A3E-9F46-503CCBE43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B411046-6805-C25D-C682-D346293F1C9A}"/>
              </a:ext>
            </a:extLst>
          </p:cNvPr>
          <p:cNvSpPr txBox="1"/>
          <p:nvPr/>
        </p:nvSpPr>
        <p:spPr>
          <a:xfrm>
            <a:off x="537191" y="713915"/>
            <a:ext cx="9785107" cy="6074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95"/>
              </a:spcAft>
              <a:buSzPct val="75000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在小回合开始时，您首先会进入事件卡抽取的阶段。此阶段交互按钮在画面的右上角。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在此阶段中，您可以使用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政治点数抽取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张事件卡，可以连续抽多张，或跳过抽卡。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无论哪国抽取，抽到的事件卡总是只对该卡所属国家生效；公共事件卡对抽取国生效。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在游戏中，我们共设计了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28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张事件卡。事件卡名称、所属国家和效果如下所示：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公共事件卡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老骥伏枥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奖率三军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内，所有单位的进攻骰点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厉兵秣马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内，可指定一个单位的进攻骰点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曹魏</a:t>
            </a:r>
            <a:r>
              <a:rPr lang="zh-CN" altLang="zh-CN" sz="2159" b="1" u="sng" spc="-162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事件卡</a:t>
            </a:r>
            <a:br>
              <a:rPr lang="en-US" altLang="zh-CN" sz="2159" b="1" u="sng" spc="-162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正统禅让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：曹魏民心点数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篡权夺位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：曹魏民心点数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国贼蛰伏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入主汉中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：若汉中被曹魏占领，则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内曹魏政治点数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吴魏媾和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孙吴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政治点数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，但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本小回合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不能进攻曹魏。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挟帝发令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：曹魏可指定某单位，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永久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提升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点攻击力。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五子良将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内曹魏进攻时所有单位攻击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，至多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+3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胡人袭扰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：曹魏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不能使用政治点数招募新的单位。</a:t>
            </a:r>
          </a:p>
        </p:txBody>
      </p:sp>
    </p:spTree>
    <p:extLst>
      <p:ext uri="{BB962C8B-B14F-4D97-AF65-F5344CB8AC3E}">
        <p14:creationId xmlns:p14="http://schemas.microsoft.com/office/powerpoint/2010/main" val="2608987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F2C56-EA2B-0EE0-1679-DE76FE2A3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088E5EC0-2886-3407-3B03-EFED2B0F3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76F5612-91C6-915A-F6EA-F6F94E70B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755763"/>
              </p:ext>
            </p:extLst>
          </p:nvPr>
        </p:nvGraphicFramePr>
        <p:xfrm>
          <a:off x="716932" y="922312"/>
          <a:ext cx="9257948" cy="22448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564">
                  <a:extLst>
                    <a:ext uri="{9D8B030D-6E8A-4147-A177-3AD203B41FA5}">
                      <a16:colId xmlns:a16="http://schemas.microsoft.com/office/drawing/2014/main" val="3696911187"/>
                    </a:ext>
                  </a:extLst>
                </a:gridCol>
                <a:gridCol w="1322564">
                  <a:extLst>
                    <a:ext uri="{9D8B030D-6E8A-4147-A177-3AD203B41FA5}">
                      <a16:colId xmlns:a16="http://schemas.microsoft.com/office/drawing/2014/main" val="2239570696"/>
                    </a:ext>
                  </a:extLst>
                </a:gridCol>
                <a:gridCol w="1322564">
                  <a:extLst>
                    <a:ext uri="{9D8B030D-6E8A-4147-A177-3AD203B41FA5}">
                      <a16:colId xmlns:a16="http://schemas.microsoft.com/office/drawing/2014/main" val="1005301006"/>
                    </a:ext>
                  </a:extLst>
                </a:gridCol>
                <a:gridCol w="1322564">
                  <a:extLst>
                    <a:ext uri="{9D8B030D-6E8A-4147-A177-3AD203B41FA5}">
                      <a16:colId xmlns:a16="http://schemas.microsoft.com/office/drawing/2014/main" val="4119091194"/>
                    </a:ext>
                  </a:extLst>
                </a:gridCol>
                <a:gridCol w="1322564">
                  <a:extLst>
                    <a:ext uri="{9D8B030D-6E8A-4147-A177-3AD203B41FA5}">
                      <a16:colId xmlns:a16="http://schemas.microsoft.com/office/drawing/2014/main" val="2591406776"/>
                    </a:ext>
                  </a:extLst>
                </a:gridCol>
                <a:gridCol w="1322564">
                  <a:extLst>
                    <a:ext uri="{9D8B030D-6E8A-4147-A177-3AD203B41FA5}">
                      <a16:colId xmlns:a16="http://schemas.microsoft.com/office/drawing/2014/main" val="3128337109"/>
                    </a:ext>
                  </a:extLst>
                </a:gridCol>
                <a:gridCol w="1322564">
                  <a:extLst>
                    <a:ext uri="{9D8B030D-6E8A-4147-A177-3AD203B41FA5}">
                      <a16:colId xmlns:a16="http://schemas.microsoft.com/office/drawing/2014/main" val="1777302436"/>
                    </a:ext>
                  </a:extLst>
                </a:gridCol>
              </a:tblGrid>
              <a:tr h="367835">
                <a:tc row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兵种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步兵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骑兵</a:t>
                      </a:r>
                    </a:p>
                  </a:txBody>
                  <a:tcPr marL="0" marR="0" marT="19428" marB="19428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弓兵</a:t>
                      </a:r>
                    </a:p>
                  </a:txBody>
                  <a:tcPr marL="0" marR="0" marT="19428" marB="19428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4500762"/>
                  </a:ext>
                </a:extLst>
              </a:tr>
              <a:tr h="367835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普通步兵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b="1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解烦兵</a:t>
                      </a: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普通骑兵</a:t>
                      </a: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b="1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虎豹骑</a:t>
                      </a: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普通弓兵</a:t>
                      </a: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b="1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无当飞军</a:t>
                      </a:r>
                    </a:p>
                  </a:txBody>
                  <a:tcPr marL="0" marR="0" marT="19428" marB="19428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294606"/>
                  </a:ext>
                </a:extLst>
              </a:tr>
              <a:tr h="367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攻击力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b="1" spc="-200" baseline="0" dirty="0">
                        <a:solidFill>
                          <a:srgbClr val="5FBF7F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b="1" spc="-200" baseline="0" dirty="0">
                        <a:solidFill>
                          <a:srgbClr val="4F86D0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b="1" spc="-200" baseline="0" dirty="0">
                        <a:solidFill>
                          <a:srgbClr val="E67662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313468335"/>
                  </a:ext>
                </a:extLst>
              </a:tr>
              <a:tr h="367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防御力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altLang="en-US" sz="2200" b="1" spc="-200" baseline="0" dirty="0">
                        <a:solidFill>
                          <a:srgbClr val="5FBF7F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b="1" spc="-200" baseline="0" dirty="0">
                        <a:solidFill>
                          <a:srgbClr val="4F86D0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spc="-20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b="1" spc="-200" baseline="0" dirty="0">
                        <a:solidFill>
                          <a:srgbClr val="E67662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56082549"/>
                  </a:ext>
                </a:extLst>
              </a:tr>
              <a:tr h="367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攻击距离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6142663"/>
                  </a:ext>
                </a:extLst>
              </a:tr>
              <a:tr h="3678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行动力</a:t>
                      </a: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latinLnBrk="0" hangingPunct="1">
                        <a:lnSpc>
                          <a:spcPct val="100000"/>
                        </a:lnSpc>
                      </a:pPr>
                      <a:r>
                        <a:rPr lang="en-US" altLang="zh-CN" sz="2200" b="1" kern="1200" spc="-200" baseline="0" dirty="0">
                          <a:solidFill>
                            <a:srgbClr val="5FBF7F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2</a:t>
                      </a:r>
                      <a:endParaRPr lang="zh-CN" altLang="en-US" sz="2200" b="1" kern="1200" spc="-200" baseline="0" dirty="0">
                        <a:solidFill>
                          <a:srgbClr val="5FBF7F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+mn-cs"/>
                      </a:endParaRP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altLang="en-US" sz="2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</a:endParaRP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742950" rtl="0" eaLnBrk="1" latinLnBrk="0" hangingPunct="1">
                        <a:lnSpc>
                          <a:spcPct val="100000"/>
                        </a:lnSpc>
                      </a:pPr>
                      <a:r>
                        <a:rPr lang="en-US" altLang="zh-CN" sz="2200" b="1" kern="1200" spc="-200" baseline="0" dirty="0">
                          <a:solidFill>
                            <a:srgbClr val="4F86D0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4</a:t>
                      </a:r>
                      <a:endParaRPr lang="zh-CN" altLang="en-US" sz="2200" b="1" kern="1200" spc="-200" baseline="0" dirty="0">
                        <a:solidFill>
                          <a:srgbClr val="4F86D0"/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+mn-cs"/>
                      </a:endParaRPr>
                    </a:p>
                  </a:txBody>
                  <a:tcPr marL="0" marR="0" marT="19428" marB="19428" anchor="ctr" anchorCtr="1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kern="1200" spc="-200" baseline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2</a:t>
                      </a:r>
                      <a:endParaRPr lang="zh-CN" altLang="en-US" sz="2200" kern="1200" spc="-200" baseline="0" dirty="0">
                        <a:solidFill>
                          <a:schemeClr val="bg2">
                            <a:lumMod val="25000"/>
                          </a:schemeClr>
                        </a:solidFill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+mn-cs"/>
                      </a:endParaRPr>
                    </a:p>
                  </a:txBody>
                  <a:tcPr marL="0" marR="0" marT="19428" marB="19428" anchor="ctr" anchorCtr="1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2200" b="1" kern="1200" spc="-22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3|</a:t>
                      </a:r>
                      <a:r>
                        <a:rPr lang="zh-CN" altLang="en-US" sz="2200" b="1" kern="1200" spc="-220" baseline="0" dirty="0">
                          <a:solidFill>
                            <a:srgbClr val="E67662"/>
                          </a:solidFill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  <a:cs typeface="+mn-cs"/>
                        </a:rPr>
                        <a:t>无视山地</a:t>
                      </a:r>
                    </a:p>
                  </a:txBody>
                  <a:tcPr marL="0" marR="0" marT="19428" marB="19428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8049815"/>
                  </a:ext>
                </a:extLst>
              </a:tr>
            </a:tbl>
          </a:graphicData>
        </a:graphic>
      </p:graphicFrame>
      <p:grpSp>
        <p:nvGrpSpPr>
          <p:cNvPr id="42" name="组合 41">
            <a:extLst>
              <a:ext uri="{FF2B5EF4-FFF2-40B4-BE49-F238E27FC236}">
                <a16:creationId xmlns:a16="http://schemas.microsoft.com/office/drawing/2014/main" id="{24DB70FF-DD16-2E6F-D125-43BC96DEFD33}"/>
              </a:ext>
            </a:extLst>
          </p:cNvPr>
          <p:cNvGrpSpPr/>
          <p:nvPr/>
        </p:nvGrpSpPr>
        <p:grpSpPr>
          <a:xfrm>
            <a:off x="3348425" y="382824"/>
            <a:ext cx="5307713" cy="625030"/>
            <a:chOff x="3102327" y="451776"/>
            <a:chExt cx="4917614" cy="579092"/>
          </a:xfrm>
        </p:grpSpPr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C81F93B8-ED42-5796-0889-342BB0AE81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0024" y="845861"/>
              <a:ext cx="0" cy="185007"/>
            </a:xfrm>
            <a:prstGeom prst="line">
              <a:avLst/>
            </a:prstGeom>
            <a:ln>
              <a:solidFill>
                <a:srgbClr val="BB9E4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764513-59EA-0BDC-F85A-FF7A065C2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15179" y="845861"/>
              <a:ext cx="0" cy="185007"/>
            </a:xfrm>
            <a:prstGeom prst="line">
              <a:avLst/>
            </a:prstGeom>
            <a:ln>
              <a:solidFill>
                <a:srgbClr val="BB9E43"/>
              </a:solidFill>
              <a:headEnd type="stealth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7E31A402-7533-FB4C-63A0-CF74735CFA1B}"/>
                </a:ext>
              </a:extLst>
            </p:cNvPr>
            <p:cNvCxnSpPr>
              <a:cxnSpLocks/>
            </p:cNvCxnSpPr>
            <p:nvPr/>
          </p:nvCxnSpPr>
          <p:spPr>
            <a:xfrm>
              <a:off x="3102327" y="845861"/>
              <a:ext cx="4917614" cy="0"/>
            </a:xfrm>
            <a:prstGeom prst="line">
              <a:avLst/>
            </a:prstGeom>
            <a:ln>
              <a:solidFill>
                <a:srgbClr val="BB9E4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8E11C890-BCF4-9F91-4A1E-A5BF8A9D5D00}"/>
                </a:ext>
              </a:extLst>
            </p:cNvPr>
            <p:cNvSpPr txBox="1"/>
            <p:nvPr/>
          </p:nvSpPr>
          <p:spPr>
            <a:xfrm>
              <a:off x="5162204" y="451776"/>
              <a:ext cx="785961" cy="454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590" dirty="0">
                  <a:solidFill>
                    <a:srgbClr val="BB9E43"/>
                  </a:solidFill>
                  <a:effectLst>
                    <a:outerShdw blurRad="50800" dist="38100" dir="5400000" algn="t" rotWithShape="0">
                      <a:srgbClr val="C7B299">
                        <a:alpha val="40000"/>
                      </a:srgb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克制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3028B40-C75B-83B0-EC12-68854C481EF7}"/>
              </a:ext>
            </a:extLst>
          </p:cNvPr>
          <p:cNvGrpSpPr/>
          <p:nvPr/>
        </p:nvGrpSpPr>
        <p:grpSpPr>
          <a:xfrm>
            <a:off x="6363684" y="786938"/>
            <a:ext cx="1989295" cy="490904"/>
            <a:chOff x="5895975" y="1304258"/>
            <a:chExt cx="1843088" cy="454824"/>
          </a:xfrm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5449B74B-9E0A-C5CF-0469-A43AD7E01EB3}"/>
                </a:ext>
              </a:extLst>
            </p:cNvPr>
            <p:cNvCxnSpPr/>
            <p:nvPr/>
          </p:nvCxnSpPr>
          <p:spPr>
            <a:xfrm>
              <a:off x="5895975" y="1704985"/>
              <a:ext cx="1843088" cy="0"/>
            </a:xfrm>
            <a:prstGeom prst="line">
              <a:avLst/>
            </a:prstGeom>
            <a:ln>
              <a:solidFill>
                <a:srgbClr val="BB9E43"/>
              </a:solidFill>
              <a:head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A7307773-8E54-D04E-D98B-521BB8D3122F}"/>
                </a:ext>
              </a:extLst>
            </p:cNvPr>
            <p:cNvSpPr txBox="1"/>
            <p:nvPr/>
          </p:nvSpPr>
          <p:spPr>
            <a:xfrm>
              <a:off x="6395867" y="1304258"/>
              <a:ext cx="785961" cy="454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590" dirty="0">
                  <a:solidFill>
                    <a:srgbClr val="BB9E43"/>
                  </a:solidFill>
                  <a:effectLst>
                    <a:outerShdw blurRad="50800" dist="38100" dir="5400000" algn="t" rotWithShape="0">
                      <a:srgbClr val="C7B299">
                        <a:alpha val="40000"/>
                      </a:srgb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克制</a:t>
              </a: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2652F2A-EC03-77B9-CD2E-0144854C625F}"/>
              </a:ext>
            </a:extLst>
          </p:cNvPr>
          <p:cNvGrpSpPr/>
          <p:nvPr/>
        </p:nvGrpSpPr>
        <p:grpSpPr>
          <a:xfrm>
            <a:off x="3700633" y="786938"/>
            <a:ext cx="1989295" cy="490904"/>
            <a:chOff x="5895975" y="1304258"/>
            <a:chExt cx="1843088" cy="454824"/>
          </a:xfrm>
        </p:grpSpPr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16D064CC-C58D-87B2-A114-09E318533BDF}"/>
                </a:ext>
              </a:extLst>
            </p:cNvPr>
            <p:cNvCxnSpPr/>
            <p:nvPr/>
          </p:nvCxnSpPr>
          <p:spPr>
            <a:xfrm>
              <a:off x="5895975" y="1704985"/>
              <a:ext cx="1843088" cy="0"/>
            </a:xfrm>
            <a:prstGeom prst="line">
              <a:avLst/>
            </a:prstGeom>
            <a:ln>
              <a:solidFill>
                <a:srgbClr val="BB9E43"/>
              </a:solidFill>
              <a:head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3B09DCCC-03B7-49C5-F203-DAB6F26B3D09}"/>
                </a:ext>
              </a:extLst>
            </p:cNvPr>
            <p:cNvSpPr txBox="1"/>
            <p:nvPr/>
          </p:nvSpPr>
          <p:spPr>
            <a:xfrm>
              <a:off x="6395867" y="1304258"/>
              <a:ext cx="785961" cy="454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590" dirty="0">
                  <a:solidFill>
                    <a:srgbClr val="BB9E43"/>
                  </a:solidFill>
                  <a:effectLst>
                    <a:outerShdw blurRad="50800" dist="38100" dir="5400000" algn="t" rotWithShape="0">
                      <a:srgbClr val="C7B299">
                        <a:alpha val="40000"/>
                      </a:srgbClr>
                    </a:outerShdw>
                  </a:effectLst>
                  <a:latin typeface="隶书" panose="02010509060101010101" pitchFamily="49" charset="-122"/>
                  <a:ea typeface="隶书" panose="02010509060101010101" pitchFamily="49" charset="-122"/>
                </a:rPr>
                <a:t>克制</a:t>
              </a:r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35ED96B9-643D-C835-6EE4-BCD796475C1B}"/>
              </a:ext>
            </a:extLst>
          </p:cNvPr>
          <p:cNvSpPr txBox="1"/>
          <p:nvPr/>
        </p:nvSpPr>
        <p:spPr>
          <a:xfrm>
            <a:off x="484839" y="3243462"/>
            <a:ext cx="9722135" cy="3799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每移动到相邻的地块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消耗</a:t>
            </a:r>
            <a:r>
              <a:rPr lang="en-US" altLang="zh-CN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行动力；跨河、在山地行动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额外消耗</a:t>
            </a:r>
            <a:r>
              <a:rPr lang="en-US" altLang="zh-CN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行动力。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【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一个单位的路径中只要包含山地地块（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包括开始和结束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），行动力消耗就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+1】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159" spc="-108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如果移动的路径中，敌方占领的地块都没有单位，则路径上所有敌方地块都被我方占领，我方所移动的单位停在最后一个地块上。</a:t>
            </a:r>
            <a:endParaRPr lang="en-US" altLang="zh-CN" sz="2159" spc="-108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战斗时，进攻方每个单位分别与防守方所有单位类型比较克制关系。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某进攻单位只要对任意一个防守单位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有克制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，攻击力计算</a:t>
            </a:r>
            <a:r>
              <a:rPr lang="en-US" altLang="zh-CN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+0.5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某进攻单位只要对任意一个防守单位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被克制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，攻击力计算</a:t>
            </a:r>
            <a:r>
              <a:rPr lang="en-US" altLang="zh-CN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-0.5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两者可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叠加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，例如进攻混编地块时，某进攻单位若既克制又被克制，则</a:t>
            </a:r>
            <a:r>
              <a:rPr lang="zh-CN" altLang="en-US" sz="2159" b="1" u="sng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互相抵消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（鼓励每格混合不同兵种，不鼓励单一兵种作战）。</a:t>
            </a:r>
            <a:endParaRPr lang="en-US" altLang="zh-CN" sz="2159" spc="-108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971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战斗时，先将进攻方的攻击力进行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加和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、防守方的防御力进行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加和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，再计算攻防比。</a:t>
            </a:r>
          </a:p>
        </p:txBody>
      </p:sp>
    </p:spTree>
    <p:extLst>
      <p:ext uri="{BB962C8B-B14F-4D97-AF65-F5344CB8AC3E}">
        <p14:creationId xmlns:p14="http://schemas.microsoft.com/office/powerpoint/2010/main" val="1485620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8D0EEAF1-DFF2-D123-3F5E-8E644D772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F5483EA-6E37-E2C9-C477-363C02589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043780"/>
              </p:ext>
            </p:extLst>
          </p:nvPr>
        </p:nvGraphicFramePr>
        <p:xfrm>
          <a:off x="642539" y="836674"/>
          <a:ext cx="7710438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028058">
                  <a:extLst>
                    <a:ext uri="{9D8B030D-6E8A-4147-A177-3AD203B41FA5}">
                      <a16:colId xmlns:a16="http://schemas.microsoft.com/office/drawing/2014/main" val="2154323527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4216987409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553265096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1361579799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3946605377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2235661049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273784807"/>
                    </a:ext>
                  </a:extLst>
                </a:gridCol>
              </a:tblGrid>
              <a:tr h="657958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比值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骰点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1∶2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718271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A2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57173594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98952148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95293390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0392841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18506888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6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013685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88F3D791-E035-6176-C8B6-3D3BF34EB10B}"/>
              </a:ext>
            </a:extLst>
          </p:cNvPr>
          <p:cNvSpPr txBox="1"/>
          <p:nvPr/>
        </p:nvSpPr>
        <p:spPr>
          <a:xfrm>
            <a:off x="8527749" y="773995"/>
            <a:ext cx="1824805" cy="275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59" b="1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含义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A: 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进攻方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防守方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G: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陷入混乱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C: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无效果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R: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撤退</a:t>
            </a:r>
            <a:endParaRPr lang="en-US" altLang="zh-CN" sz="2159" dirty="0"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数字</a:t>
            </a:r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b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受伤单位数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2DE174-2228-968C-4E46-2AE1BD333C5F}"/>
              </a:ext>
            </a:extLst>
          </p:cNvPr>
          <p:cNvSpPr txBox="1"/>
          <p:nvPr/>
        </p:nvSpPr>
        <p:spPr>
          <a:xfrm>
            <a:off x="538376" y="3834520"/>
            <a:ext cx="9615061" cy="2751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受伤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：按照受伤优先级依次选取受伤单位，单位进入受伤状态后攻防均减半。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受伤优先级：未受伤的单位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&gt;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受过伤的单位；防御值低的单位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&gt;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防御值高的单位。</a:t>
            </a: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混乱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：选取混乱单位的机制与伤害相同。混乱状态中的单位，攻防均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。某单位如果在混乱状态中再次进入混乱状态，则减少一点血量，保持混乱状态。</a:t>
            </a: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撤退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：撤退需消耗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点行动力，防守方可以选择撤退到任意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点行动力能到的地方。如果无处可退，则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DR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转为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D1R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转为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D2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撤退后，原地块按照进攻方选择单位的顺序，由前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个进攻单位占领。</a:t>
            </a:r>
          </a:p>
        </p:txBody>
      </p:sp>
    </p:spTree>
    <p:extLst>
      <p:ext uri="{BB962C8B-B14F-4D97-AF65-F5344CB8AC3E}">
        <p14:creationId xmlns:p14="http://schemas.microsoft.com/office/powerpoint/2010/main" val="1768671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4B7CF-D043-7A9D-3F84-8B2C7A74B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F209E2D5-9FBF-9DFA-F185-2A6DA2DBC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EB43E6-C716-A850-0EC9-FF225C9972B4}"/>
              </a:ext>
            </a:extLst>
          </p:cNvPr>
          <p:cNvGraphicFramePr>
            <a:graphicFrameLocks noGrp="1"/>
          </p:cNvGraphicFramePr>
          <p:nvPr/>
        </p:nvGraphicFramePr>
        <p:xfrm>
          <a:off x="642539" y="836674"/>
          <a:ext cx="7710438" cy="268224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028058">
                  <a:extLst>
                    <a:ext uri="{9D8B030D-6E8A-4147-A177-3AD203B41FA5}">
                      <a16:colId xmlns:a16="http://schemas.microsoft.com/office/drawing/2014/main" val="2154323527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4216987409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553265096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1361579799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3946605377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2235661049"/>
                    </a:ext>
                  </a:extLst>
                </a:gridCol>
                <a:gridCol w="1113730">
                  <a:extLst>
                    <a:ext uri="{9D8B030D-6E8A-4147-A177-3AD203B41FA5}">
                      <a16:colId xmlns:a16="http://schemas.microsoft.com/office/drawing/2014/main" val="273784807"/>
                    </a:ext>
                  </a:extLst>
                </a:gridCol>
              </a:tblGrid>
              <a:tr h="657958"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比值</a:t>
                      </a:r>
                    </a:p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骰点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1∶2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r>
                        <a:rPr lang="en-US" altLang="zh-CN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∶</a:t>
                      </a: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718271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A2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57173594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2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A1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98952148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3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 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895293390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4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AG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70392841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5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C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18506888"/>
                  </a:ext>
                </a:extLst>
              </a:tr>
              <a:tr h="32897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6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B299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DG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DR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2200" kern="100" dirty="0">
                          <a:effectLst/>
                          <a:latin typeface="方正苏新诗柳楷简体" panose="02000000000000000000" pitchFamily="2" charset="-122"/>
                          <a:ea typeface="方正苏新诗柳楷简体" panose="02000000000000000000" pitchFamily="2" charset="-122"/>
                        </a:rPr>
                        <a:t>D1R</a:t>
                      </a:r>
                      <a:endParaRPr lang="zh-CN" sz="2200" kern="100" dirty="0">
                        <a:effectLst/>
                        <a:latin typeface="方正苏新诗柳楷简体" panose="02000000000000000000" pitchFamily="2" charset="-122"/>
                        <a:ea typeface="方正苏新诗柳楷简体" panose="02000000000000000000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74020" marR="74020" marT="0" marB="0" anchor="ctr"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0136857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9B75D731-425F-7DEF-F88A-1A09A78B59B5}"/>
              </a:ext>
            </a:extLst>
          </p:cNvPr>
          <p:cNvSpPr txBox="1"/>
          <p:nvPr/>
        </p:nvSpPr>
        <p:spPr>
          <a:xfrm>
            <a:off x="8527749" y="773995"/>
            <a:ext cx="1824805" cy="2750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59" b="1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含义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A: 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进攻方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防守方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G: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陷入混乱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C: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无效果</a:t>
            </a:r>
          </a:p>
          <a:p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R: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撤退</a:t>
            </a:r>
            <a:endParaRPr lang="en-US" altLang="zh-CN" sz="2159" dirty="0"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数字</a:t>
            </a:r>
            <a:r>
              <a:rPr lang="en-US" altLang="zh-CN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zh-CN" altLang="en-US" sz="2159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 受到伤害的单位数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E1038C-A1BA-1FE2-ADC5-65A6B9D307A4}"/>
              </a:ext>
            </a:extLst>
          </p:cNvPr>
          <p:cNvSpPr txBox="1"/>
          <p:nvPr/>
        </p:nvSpPr>
        <p:spPr>
          <a:xfrm>
            <a:off x="531951" y="3671611"/>
            <a:ext cx="9627911" cy="32494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129" indent="-233129" fontAlgn="ctr">
              <a:spcAft>
                <a:spcPts val="1295"/>
              </a:spcAft>
              <a:buSzPct val="50000"/>
              <a:buFont typeface="Wingdings" panose="05000000000000000000" pitchFamily="2" charset="2"/>
              <a:buChar char="u"/>
            </a:pP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下列说法中，“左移”“右移”即战斗档位移动。</a:t>
            </a:r>
            <a:b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例如，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en-US" altLang="zh-CN" sz="2159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右移一列，则为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en-US" altLang="zh-CN" sz="2159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；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3</a:t>
            </a:r>
            <a:r>
              <a:rPr lang="en-US" altLang="zh-CN" sz="2159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左移一列，则为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en-US" altLang="zh-CN" sz="2159" kern="100" dirty="0"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: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endParaRPr lang="en-US" altLang="zh-CN" sz="2159" spc="-108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夹击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：如果一场战斗中，被攻击地块的周围</a:t>
            </a:r>
            <a:r>
              <a:rPr lang="en-US" altLang="zh-CN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6</a:t>
            </a:r>
            <a:r>
              <a:rPr lang="zh-CN" altLang="en-US" sz="2159" spc="-108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格有两格及以上地块有进攻单位，则战斗判定右移一列。</a:t>
            </a:r>
            <a:endParaRPr lang="en-US" altLang="zh-CN" sz="2159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跨河攻击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或</a:t>
            </a:r>
            <a:r>
              <a:rPr lang="zh-CN" altLang="en-US" sz="2159" b="1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攻击山地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的单位，所有单位攻击力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-1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（无当飞军除外）。</a:t>
            </a:r>
          </a:p>
          <a:p>
            <a:pPr marL="233129" indent="-233129" fontAlgn="ctr"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城市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受到攻击时，战斗判定左移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列，且防守方可选择用全部单位陷入混乱并扣一血（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D1G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）代替撤退（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DR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）。</a:t>
            </a:r>
            <a:b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当城市没有单位守备时，默认其防御力为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2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，攻击方骰点如果打出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DR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或</a:t>
            </a:r>
            <a:r>
              <a:rPr lang="en-US" altLang="zh-CN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DG</a:t>
            </a:r>
            <a:r>
              <a:rPr lang="zh-CN" altLang="en-US" sz="2159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则视为成功占领。</a:t>
            </a:r>
          </a:p>
        </p:txBody>
      </p:sp>
    </p:spTree>
    <p:extLst>
      <p:ext uri="{BB962C8B-B14F-4D97-AF65-F5344CB8AC3E}">
        <p14:creationId xmlns:p14="http://schemas.microsoft.com/office/powerpoint/2010/main" val="460868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13407-6949-17AC-31AF-9A14FA1F0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250B26B3-13D5-0B1A-86B4-6782F11D3E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1B549733-6D64-E2AF-9D52-E05AABA179CA}"/>
              </a:ext>
            </a:extLst>
          </p:cNvPr>
          <p:cNvSpPr txBox="1"/>
          <p:nvPr/>
        </p:nvSpPr>
        <p:spPr>
          <a:xfrm>
            <a:off x="537191" y="713915"/>
            <a:ext cx="9785107" cy="62410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>
              <a:spcAft>
                <a:spcPts val="1295"/>
              </a:spcAft>
              <a:buSzPct val="75000"/>
            </a:pP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每个国家都有自己专属的三张锦囊卡，在小回合内可以随时使用。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每张卡每局游戏只能使用一次。</a:t>
            </a:r>
            <a:b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游戏中所有国家的锦囊卡如下所示：</a:t>
            </a:r>
            <a:endParaRPr lang="en-US" altLang="zh-CN" sz="2159" spc="-162" dirty="0">
              <a:solidFill>
                <a:schemeClr val="bg2">
                  <a:lumMod val="25000"/>
                </a:schemeClr>
              </a:solidFill>
              <a:latin typeface="方正苏新诗柳楷简体" panose="02000000000000000000" pitchFamily="2" charset="-122"/>
              <a:ea typeface="方正苏新诗柳楷简体" panose="02000000000000000000" pitchFamily="2" charset="-122"/>
            </a:endParaRP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ln w="3175">
                  <a:solidFill>
                    <a:srgbClr val="E67662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蜀汉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威震华夏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下一次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进攻河边单位时，战斗判定右移一列。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空城妙计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内，可指定某地块不能被敌方进攻。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E67662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七擒七纵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：额外获得一个可部署在蜀汉任意地块的无当飞军单位。</a:t>
            </a: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ln w="3175">
                  <a:solidFill>
                    <a:srgbClr val="5FBF7F"/>
                  </a:solidFill>
                </a:ln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孙吴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火烧连营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：当敌方在某地块堆叠单位数量超过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时，使用此锦囊卡，进攻该地块的战斗判定右移一列。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白衣渡江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内，可指定某地块上所有单位，无视跨河影响，且进攻骰点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+1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5FBF7F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刮目相看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：额外获得一个可部署在孙吴任意地块的解烦兵单位。</a:t>
            </a:r>
          </a:p>
          <a:p>
            <a:pPr marL="233129" indent="-233129" fontAlgn="ctr">
              <a:spcAft>
                <a:spcPts val="1295"/>
              </a:spcAft>
              <a:buSzPct val="75000"/>
              <a:buFont typeface="Wingdings" panose="05000000000000000000" pitchFamily="2" charset="2"/>
              <a:buChar char="Ø"/>
            </a:pPr>
            <a:r>
              <a:rPr lang="zh-CN" altLang="en-US" sz="2159" b="1" u="sng" spc="-162" dirty="0">
                <a:ln w="3175">
                  <a:solidFill>
                    <a:srgbClr val="4F86D0"/>
                  </a:solidFill>
                </a:ln>
                <a:solidFill>
                  <a:srgbClr val="3A3A3A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曹魏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割须弃袍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在战斗开始前使用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，如果该场战斗中有自身单位受到伤害，则免除防御力最高的单位所受的伤害。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偷渡阴平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</a:t>
            </a:r>
            <a:r>
              <a:rPr lang="zh-CN" altLang="en-US" sz="2159" b="1" u="sng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本大回合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内，可指定某地块上所有单位，无视山地影响，且行动力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+2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  <a:b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</a:br>
            <a:r>
              <a:rPr lang="zh-CN" altLang="en-US" sz="2159" b="1" spc="-162" dirty="0">
                <a:solidFill>
                  <a:srgbClr val="4F86D0"/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江东止啼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：当敌方对我方发动进攻时，使用此锦囊卡，可使敌方进攻骰点</a:t>
            </a:r>
            <a:r>
              <a:rPr lang="en-US" altLang="zh-CN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-2</a:t>
            </a:r>
            <a:r>
              <a:rPr lang="zh-CN" altLang="en-US" sz="2159" spc="-162" dirty="0">
                <a:solidFill>
                  <a:schemeClr val="bg2">
                    <a:lumMod val="25000"/>
                  </a:schemeClr>
                </a:solidFill>
                <a:latin typeface="方正苏新诗柳楷简体" panose="02000000000000000000" pitchFamily="2" charset="-122"/>
                <a:ea typeface="方正苏新诗柳楷简体" panose="02000000000000000000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7457653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形 1">
            <a:extLst>
              <a:ext uri="{FF2B5EF4-FFF2-40B4-BE49-F238E27FC236}">
                <a16:creationId xmlns:a16="http://schemas.microsoft.com/office/drawing/2014/main" id="{935F00AA-4AC9-1788-8ACD-6B7CDCFB6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-1" y="-1"/>
            <a:ext cx="10691812" cy="755948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308FBB-1893-7E21-EEC8-51D4C1791525}"/>
              </a:ext>
            </a:extLst>
          </p:cNvPr>
          <p:cNvSpPr txBox="1"/>
          <p:nvPr/>
        </p:nvSpPr>
        <p:spPr>
          <a:xfrm>
            <a:off x="451390" y="2182695"/>
            <a:ext cx="9789033" cy="3441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5181"/>
              </a:spcAft>
            </a:pPr>
            <a:r>
              <a:rPr lang="zh-CN" altLang="zh-CN" sz="5828" kern="100" dirty="0">
                <a:solidFill>
                  <a:srgbClr val="BB9E43"/>
                </a:solidFill>
                <a:effectLst>
                  <a:outerShdw blurRad="38100" dist="25400" dir="5400000" algn="t" rotWithShape="0">
                    <a:srgbClr val="D4AF37">
                      <a:alpha val="40000"/>
                    </a:srgbClr>
                  </a:outerShdw>
                </a:effectLst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  <a:t>祝您游戏愉快</a:t>
            </a:r>
            <a:r>
              <a:rPr lang="zh-CN" altLang="zh-CN" sz="5828" kern="100" spc="-6908" dirty="0">
                <a:solidFill>
                  <a:srgbClr val="BB9E43"/>
                </a:solidFill>
                <a:effectLst>
                  <a:outerShdw blurRad="38100" dist="25400" dir="5400000" algn="t" rotWithShape="0">
                    <a:srgbClr val="D4AF37">
                      <a:alpha val="40000"/>
                    </a:srgbClr>
                  </a:outerShdw>
                </a:effectLst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  <a:t>，</a:t>
            </a:r>
            <a:br>
              <a:rPr lang="en-US" altLang="zh-CN" sz="5828" kern="100" dirty="0">
                <a:solidFill>
                  <a:srgbClr val="BB9E43"/>
                </a:solidFill>
                <a:effectLst>
                  <a:outerShdw blurRad="38100" dist="25400" dir="5400000" algn="t" rotWithShape="0">
                    <a:srgbClr val="D4AF37">
                      <a:alpha val="40000"/>
                    </a:srgbClr>
                  </a:outerShdw>
                </a:effectLst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</a:br>
            <a:r>
              <a:rPr lang="zh-CN" altLang="zh-CN" sz="5828" kern="100" dirty="0">
                <a:solidFill>
                  <a:srgbClr val="BB9E43"/>
                </a:solidFill>
                <a:effectLst>
                  <a:outerShdw blurRad="38100" dist="25400" dir="5400000" algn="t" rotWithShape="0">
                    <a:srgbClr val="D4AF37">
                      <a:alpha val="40000"/>
                    </a:srgbClr>
                  </a:outerShdw>
                </a:effectLst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  <a:t>威震四方、天下归心</a:t>
            </a:r>
            <a:r>
              <a:rPr lang="zh-CN" altLang="zh-CN" sz="5828" kern="100" spc="-6908" dirty="0">
                <a:solidFill>
                  <a:srgbClr val="BB9E43"/>
                </a:solidFill>
                <a:effectLst>
                  <a:outerShdw blurRad="38100" dist="25400" dir="5400000" algn="t" rotWithShape="0">
                    <a:srgbClr val="D4AF37">
                      <a:alpha val="40000"/>
                    </a:srgbClr>
                  </a:outerShdw>
                </a:effectLst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  <a:t>！</a:t>
            </a:r>
          </a:p>
          <a:p>
            <a:pPr algn="ctr">
              <a:lnSpc>
                <a:spcPct val="120000"/>
              </a:lnSpc>
              <a:spcAft>
                <a:spcPts val="3885"/>
              </a:spcAft>
            </a:pPr>
            <a:r>
              <a:rPr lang="zh-CN" altLang="zh-CN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  <a:t>作者</a:t>
            </a:r>
            <a:r>
              <a:rPr lang="en-US" altLang="zh-CN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</a:rPr>
              <a:t>　</a:t>
            </a:r>
            <a:r>
              <a:rPr lang="en-US" altLang="zh-CN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</a:rPr>
              <a:t>dxd1202</a:t>
            </a:r>
            <a:r>
              <a:rPr lang="zh-CN" altLang="en-US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</a:rPr>
              <a:t>　</a:t>
            </a:r>
            <a:r>
              <a:rPr lang="en-US" altLang="zh-CN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</a:rPr>
              <a:t>wanjin1234</a:t>
            </a:r>
            <a:r>
              <a:rPr lang="zh-CN" altLang="en-US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</a:rPr>
              <a:t>　</a:t>
            </a:r>
            <a:r>
              <a:rPr lang="en-US" altLang="zh-CN" sz="3022" dirty="0">
                <a:solidFill>
                  <a:schemeClr val="bg2">
                    <a:lumMod val="25000"/>
                  </a:schemeClr>
                </a:solidFill>
                <a:latin typeface="方正启功行楷 简" panose="02000500000000000000" pitchFamily="2" charset="-122"/>
                <a:ea typeface="方正启功行楷 简" panose="02000500000000000000" pitchFamily="2" charset="-122"/>
              </a:rPr>
              <a:t>ImiDaz01e</a:t>
            </a:r>
            <a:endParaRPr lang="zh-CN" altLang="en-US" sz="3022" dirty="0">
              <a:solidFill>
                <a:schemeClr val="bg2">
                  <a:lumMod val="25000"/>
                </a:schemeClr>
              </a:solidFill>
              <a:latin typeface="方正启功行楷 简" panose="02000500000000000000" pitchFamily="2" charset="-122"/>
              <a:ea typeface="方正启功行楷 简" panose="02000500000000000000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681192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icon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850</TotalTime>
  <Words>2664</Words>
  <Application>Microsoft Office PowerPoint</Application>
  <PresentationFormat>自定义</PresentationFormat>
  <Paragraphs>278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华文新魏</vt:lpstr>
      <vt:lpstr>Aptos</vt:lpstr>
      <vt:lpstr>方正启功行楷 简</vt:lpstr>
      <vt:lpstr>方正苏新诗柳楷简体</vt:lpstr>
      <vt:lpstr>Aptos Display</vt:lpstr>
      <vt:lpstr>等线</vt:lpstr>
      <vt:lpstr>隶书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兴铎 邓</dc:creator>
  <cp:lastModifiedBy>兴铎 邓</cp:lastModifiedBy>
  <cp:revision>89</cp:revision>
  <cp:lastPrinted>2026-03-05T09:43:51Z</cp:lastPrinted>
  <dcterms:created xsi:type="dcterms:W3CDTF">2026-02-25T09:26:12Z</dcterms:created>
  <dcterms:modified xsi:type="dcterms:W3CDTF">2026-03-05T09:52:51Z</dcterms:modified>
</cp:coreProperties>
</file>